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11"/>
  </p:notesMasterIdLst>
  <p:sldIdLst>
    <p:sldId id="258" r:id="rId3"/>
    <p:sldId id="259" r:id="rId4"/>
    <p:sldId id="260" r:id="rId5"/>
    <p:sldId id="261" r:id="rId6"/>
    <p:sldId id="262" r:id="rId7"/>
    <p:sldId id="263" r:id="rId8"/>
    <p:sldId id="264" r:id="rId9"/>
    <p:sldId id="257"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72" autoAdjust="0"/>
    <p:restoredTop sz="94660"/>
  </p:normalViewPr>
  <p:slideViewPr>
    <p:cSldViewPr snapToGrid="0">
      <p:cViewPr varScale="1">
        <p:scale>
          <a:sx n="78" d="100"/>
          <a:sy n="78" d="100"/>
        </p:scale>
        <p:origin x="878"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presProps" Target="pres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tableStyles" Target="tableStyle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77CA5DE-5554-433E-998B-5706BBA3DDB9}" type="datetimeFigureOut">
              <a:rPr lang="en-US" smtClean="0"/>
              <a:t>9/15/2025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FB57E44-CA01-48B4-9714-7B5CDB51CDA6}" type="slidenum">
              <a:rPr lang="en-US" smtClean="0"/>
              <a:t>‹#›</a:t>
            </a:fld>
            <a:endParaRPr lang="en-US"/>
          </a:p>
        </p:txBody>
      </p:sp>
    </p:spTree>
    <p:extLst>
      <p:ext uri="{BB962C8B-B14F-4D97-AF65-F5344CB8AC3E}">
        <p14:creationId xmlns:p14="http://schemas.microsoft.com/office/powerpoint/2010/main" val="17077380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966F616-72DA-4E4B-BAA1-BBB42A78663A}" type="slidenum">
              <a:rPr lang="en-US" smtClean="0"/>
              <a:t>1</a:t>
            </a:fld>
            <a:endParaRPr lang="en-US"/>
          </a:p>
        </p:txBody>
      </p:sp>
    </p:spTree>
    <p:extLst>
      <p:ext uri="{BB962C8B-B14F-4D97-AF65-F5344CB8AC3E}">
        <p14:creationId xmlns:p14="http://schemas.microsoft.com/office/powerpoint/2010/main" val="12490029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1" kern="1200" dirty="0">
                <a:solidFill>
                  <a:schemeClr val="tx1"/>
                </a:solidFill>
                <a:effectLst/>
                <a:latin typeface="+mn-lt"/>
                <a:ea typeface="+mn-ea"/>
                <a:cs typeface="+mn-cs"/>
              </a:rPr>
              <a:t>Introduction</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In the late 1990s, different theories in the mobility literature emerged  (Castles &amp; Miller, 1998) to explain the growing trend of international mobility as well as the reasons and processes that drive human mobility (de Haas, 2010; Sheller &amp; Urry, 2016). </a:t>
            </a:r>
          </a:p>
          <a:p>
            <a:r>
              <a:rPr lang="en-US" sz="1200" kern="1200" dirty="0">
                <a:solidFill>
                  <a:schemeClr val="tx1"/>
                </a:solidFill>
                <a:effectLst/>
                <a:latin typeface="+mn-lt"/>
                <a:ea typeface="+mn-ea"/>
                <a:cs typeface="+mn-cs"/>
              </a:rPr>
              <a:t>In recent years, however, studies of immobile populations have garnered academic attention, considering the fact that approximately 281 million international migrants, 3.6% of the world’s population, is on the move globally (IOM, 2024). This means about 96.4% of the world’s population is immobile.</a:t>
            </a:r>
          </a:p>
          <a:p>
            <a:r>
              <a:rPr lang="en-US" sz="1200" kern="1200" dirty="0">
                <a:solidFill>
                  <a:schemeClr val="tx1"/>
                </a:solidFill>
                <a:effectLst/>
                <a:latin typeface="+mn-lt"/>
                <a:ea typeface="+mn-ea"/>
                <a:cs typeface="+mn-cs"/>
              </a:rPr>
              <a:t> Drawing on the current figures of immobile population, </a:t>
            </a:r>
            <a:r>
              <a:rPr lang="en-US" sz="1200" kern="1200" dirty="0" err="1">
                <a:solidFill>
                  <a:schemeClr val="tx1"/>
                </a:solidFill>
                <a:effectLst/>
                <a:latin typeface="+mn-lt"/>
                <a:ea typeface="+mn-ea"/>
                <a:cs typeface="+mn-cs"/>
              </a:rPr>
              <a:t>Schewel</a:t>
            </a:r>
            <a:r>
              <a:rPr lang="en-US" sz="1200" kern="1200" dirty="0">
                <a:solidFill>
                  <a:schemeClr val="tx1"/>
                </a:solidFill>
                <a:effectLst/>
                <a:latin typeface="+mn-lt"/>
                <a:ea typeface="+mn-ea"/>
                <a:cs typeface="+mn-cs"/>
              </a:rPr>
              <a:t> (2019) argues that there is a ‘mobility </a:t>
            </a:r>
            <a:r>
              <a:rPr lang="en-US" sz="1200" kern="1200" dirty="0" err="1">
                <a:solidFill>
                  <a:schemeClr val="tx1"/>
                </a:solidFill>
                <a:effectLst/>
                <a:latin typeface="+mn-lt"/>
                <a:ea typeface="+mn-ea"/>
                <a:cs typeface="+mn-cs"/>
              </a:rPr>
              <a:t>bias’</a:t>
            </a:r>
            <a:r>
              <a:rPr lang="en-US" sz="1200" kern="1200" dirty="0">
                <a:solidFill>
                  <a:schemeClr val="tx1"/>
                </a:solidFill>
                <a:effectLst/>
                <a:latin typeface="+mn-lt"/>
                <a:ea typeface="+mn-ea"/>
                <a:cs typeface="+mn-cs"/>
              </a:rPr>
              <a:t> which is an overemphasis on theoretical and empirical research on the causes and consequences of mobility and migration. </a:t>
            </a:r>
          </a:p>
          <a:p>
            <a:r>
              <a:rPr lang="en-US" sz="1200" kern="1200" dirty="0">
                <a:solidFill>
                  <a:schemeClr val="tx1"/>
                </a:solidFill>
                <a:effectLst/>
                <a:latin typeface="+mn-lt"/>
                <a:ea typeface="+mn-ea"/>
                <a:cs typeface="+mn-cs"/>
              </a:rPr>
              <a:t>Given the recognition that the majority of the global population remains immobile, a number of scholars such as Carling (2002), Carling and </a:t>
            </a:r>
            <a:r>
              <a:rPr lang="en-US" sz="1200" kern="1200" dirty="0" err="1">
                <a:solidFill>
                  <a:schemeClr val="tx1"/>
                </a:solidFill>
                <a:effectLst/>
                <a:latin typeface="+mn-lt"/>
                <a:ea typeface="+mn-ea"/>
                <a:cs typeface="+mn-cs"/>
              </a:rPr>
              <a:t>Schewel</a:t>
            </a:r>
            <a:r>
              <a:rPr lang="en-US" sz="1200" kern="1200" dirty="0">
                <a:solidFill>
                  <a:schemeClr val="tx1"/>
                </a:solidFill>
                <a:effectLst/>
                <a:latin typeface="+mn-lt"/>
                <a:ea typeface="+mn-ea"/>
                <a:cs typeface="+mn-cs"/>
              </a:rPr>
              <a:t> (2018), </a:t>
            </a:r>
            <a:r>
              <a:rPr lang="en-US" sz="1200" kern="1200" dirty="0" err="1">
                <a:solidFill>
                  <a:schemeClr val="tx1"/>
                </a:solidFill>
                <a:effectLst/>
                <a:latin typeface="+mn-lt"/>
                <a:ea typeface="+mn-ea"/>
                <a:cs typeface="+mn-cs"/>
              </a:rPr>
              <a:t>Schewel</a:t>
            </a:r>
            <a:r>
              <a:rPr lang="en-US" sz="1200" kern="1200" dirty="0">
                <a:solidFill>
                  <a:schemeClr val="tx1"/>
                </a:solidFill>
                <a:effectLst/>
                <a:latin typeface="+mn-lt"/>
                <a:ea typeface="+mn-ea"/>
                <a:cs typeface="+mn-cs"/>
              </a:rPr>
              <a:t> (2019), Salazar (2021), and Stock (2019) have turned their attention to this group of people seeking to better understand the phenomenon and its consequences. </a:t>
            </a:r>
          </a:p>
          <a:p>
            <a:r>
              <a:rPr lang="en-US" sz="1200" kern="1200" dirty="0">
                <a:solidFill>
                  <a:schemeClr val="tx1"/>
                </a:solidFill>
                <a:effectLst/>
                <a:latin typeface="+mn-lt"/>
                <a:ea typeface="+mn-ea"/>
                <a:cs typeface="+mn-cs"/>
              </a:rPr>
              <a:t> </a:t>
            </a:r>
          </a:p>
          <a:p>
            <a:endParaRPr lang="en-US" dirty="0"/>
          </a:p>
        </p:txBody>
      </p:sp>
      <p:sp>
        <p:nvSpPr>
          <p:cNvPr id="4" name="Slide Number Placeholder 3"/>
          <p:cNvSpPr>
            <a:spLocks noGrp="1"/>
          </p:cNvSpPr>
          <p:nvPr>
            <p:ph type="sldNum" sz="quarter" idx="5"/>
          </p:nvPr>
        </p:nvSpPr>
        <p:spPr/>
        <p:txBody>
          <a:bodyPr/>
          <a:lstStyle/>
          <a:p>
            <a:fld id="{F966F616-72DA-4E4B-BAA1-BBB42A78663A}" type="slidenum">
              <a:rPr lang="en-US" smtClean="0"/>
              <a:t>3</a:t>
            </a:fld>
            <a:endParaRPr lang="en-US"/>
          </a:p>
        </p:txBody>
      </p:sp>
    </p:spTree>
    <p:extLst>
      <p:ext uri="{BB962C8B-B14F-4D97-AF65-F5344CB8AC3E}">
        <p14:creationId xmlns:p14="http://schemas.microsoft.com/office/powerpoint/2010/main" val="40751426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Problem Statement</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1.  Carling (2002) puts immobility into three distinct categories: voluntary mobility, involuntary immobility and voluntary immobility.  </a:t>
            </a:r>
            <a:r>
              <a:rPr lang="en-US" sz="1200" kern="1200" dirty="0" err="1">
                <a:solidFill>
                  <a:schemeClr val="tx1"/>
                </a:solidFill>
                <a:effectLst/>
                <a:latin typeface="+mn-lt"/>
                <a:ea typeface="+mn-ea"/>
                <a:cs typeface="+mn-cs"/>
              </a:rPr>
              <a:t>Schewel</a:t>
            </a:r>
            <a:r>
              <a:rPr lang="en-US" sz="1200" kern="1200" dirty="0">
                <a:solidFill>
                  <a:schemeClr val="tx1"/>
                </a:solidFill>
                <a:effectLst/>
                <a:latin typeface="+mn-lt"/>
                <a:ea typeface="+mn-ea"/>
                <a:cs typeface="+mn-cs"/>
              </a:rPr>
              <a:t> (2015) further advanced Carling’s three categories of immobility by introducing acquiescent immobility. Even though Carling (2002) and </a:t>
            </a:r>
            <a:r>
              <a:rPr lang="en-US" sz="1200" kern="1200" dirty="0" err="1">
                <a:solidFill>
                  <a:schemeClr val="tx1"/>
                </a:solidFill>
                <a:effectLst/>
                <a:latin typeface="+mn-lt"/>
                <a:ea typeface="+mn-ea"/>
                <a:cs typeface="+mn-cs"/>
              </a:rPr>
              <a:t>Schewel</a:t>
            </a:r>
            <a:r>
              <a:rPr lang="en-US" sz="1200" kern="1200" dirty="0">
                <a:solidFill>
                  <a:schemeClr val="tx1"/>
                </a:solidFill>
                <a:effectLst/>
                <a:latin typeface="+mn-lt"/>
                <a:ea typeface="+mn-ea"/>
                <a:cs typeface="+mn-cs"/>
              </a:rPr>
              <a:t> (2015) identified the categories of immobility, they did not </a:t>
            </a:r>
            <a:r>
              <a:rPr lang="en-US" sz="1200" kern="1200" dirty="0" err="1">
                <a:solidFill>
                  <a:schemeClr val="tx1"/>
                </a:solidFill>
                <a:effectLst/>
                <a:latin typeface="+mn-lt"/>
                <a:ea typeface="+mn-ea"/>
                <a:cs typeface="+mn-cs"/>
              </a:rPr>
              <a:t>conceptualise</a:t>
            </a:r>
            <a:r>
              <a:rPr lang="en-US" sz="1200" kern="1200" dirty="0">
                <a:solidFill>
                  <a:schemeClr val="tx1"/>
                </a:solidFill>
                <a:effectLst/>
                <a:latin typeface="+mn-lt"/>
                <a:ea typeface="+mn-ea"/>
                <a:cs typeface="+mn-cs"/>
              </a:rPr>
              <a:t> the possibility of transitioning through them.</a:t>
            </a:r>
          </a:p>
          <a:p>
            <a:r>
              <a:rPr lang="en-US" sz="1200" kern="1200" dirty="0">
                <a:solidFill>
                  <a:schemeClr val="tx1"/>
                </a:solidFill>
                <a:effectLst/>
                <a:latin typeface="+mn-lt"/>
                <a:ea typeface="+mn-ea"/>
                <a:cs typeface="+mn-cs"/>
              </a:rPr>
              <a:t>2.  A second extension of the literature on immobility focused on transitions. For instance, the works of Roderiguez-Pena (2023), </a:t>
            </a:r>
            <a:r>
              <a:rPr lang="en-US" sz="1200" kern="1200" dirty="0" err="1">
                <a:solidFill>
                  <a:schemeClr val="tx1"/>
                </a:solidFill>
                <a:effectLst/>
                <a:latin typeface="+mn-lt"/>
                <a:ea typeface="+mn-ea"/>
                <a:cs typeface="+mn-cs"/>
              </a:rPr>
              <a:t>Setrana</a:t>
            </a:r>
            <a:r>
              <a:rPr lang="en-US" sz="1200" kern="1200" dirty="0">
                <a:solidFill>
                  <a:schemeClr val="tx1"/>
                </a:solidFill>
                <a:effectLst/>
                <a:latin typeface="+mn-lt"/>
                <a:ea typeface="+mn-ea"/>
                <a:cs typeface="+mn-cs"/>
              </a:rPr>
              <a:t> (2021) demonstrate that it is possible to transition through the four immobility categories identified by Carling and </a:t>
            </a:r>
            <a:r>
              <a:rPr lang="en-US" sz="1200" kern="1200" dirty="0" err="1">
                <a:solidFill>
                  <a:schemeClr val="tx1"/>
                </a:solidFill>
                <a:effectLst/>
                <a:latin typeface="+mn-lt"/>
                <a:ea typeface="+mn-ea"/>
                <a:cs typeface="+mn-cs"/>
              </a:rPr>
              <a:t>Schewel</a:t>
            </a:r>
            <a:r>
              <a:rPr lang="en-US" sz="1200" kern="1200" dirty="0">
                <a:solidFill>
                  <a:schemeClr val="tx1"/>
                </a:solidFill>
                <a:effectLst/>
                <a:latin typeface="+mn-lt"/>
                <a:ea typeface="+mn-ea"/>
                <a:cs typeface="+mn-cs"/>
              </a:rPr>
              <a:t>, but focused only on involuntary immobility and voluntary immobility. </a:t>
            </a:r>
          </a:p>
          <a:p>
            <a:r>
              <a:rPr lang="en-US" sz="1200" kern="1200" dirty="0">
                <a:solidFill>
                  <a:schemeClr val="tx1"/>
                </a:solidFill>
                <a:effectLst/>
                <a:latin typeface="+mn-lt"/>
                <a:ea typeface="+mn-ea"/>
                <a:cs typeface="+mn-cs"/>
              </a:rPr>
              <a:t>3.  Salazar (2021) is also of the view that immobility should be seen as both an analytical concept and lived experience. </a:t>
            </a:r>
          </a:p>
          <a:p>
            <a:endParaRPr lang="en-US" dirty="0"/>
          </a:p>
        </p:txBody>
      </p:sp>
      <p:sp>
        <p:nvSpPr>
          <p:cNvPr id="4" name="Slide Number Placeholder 3"/>
          <p:cNvSpPr>
            <a:spLocks noGrp="1"/>
          </p:cNvSpPr>
          <p:nvPr>
            <p:ph type="sldNum" sz="quarter" idx="5"/>
          </p:nvPr>
        </p:nvSpPr>
        <p:spPr/>
        <p:txBody>
          <a:bodyPr/>
          <a:lstStyle/>
          <a:p>
            <a:fld id="{F966F616-72DA-4E4B-BAA1-BBB42A78663A}" type="slidenum">
              <a:rPr lang="en-US" smtClean="0"/>
              <a:t>4</a:t>
            </a:fld>
            <a:endParaRPr lang="en-US"/>
          </a:p>
        </p:txBody>
      </p:sp>
    </p:spTree>
    <p:extLst>
      <p:ext uri="{BB962C8B-B14F-4D97-AF65-F5344CB8AC3E}">
        <p14:creationId xmlns:p14="http://schemas.microsoft.com/office/powerpoint/2010/main" val="2044390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While there is the recognition that transitioning between mobility and immobility is possible, transitioning between the various categories of immobility has not been explored.</a:t>
            </a:r>
          </a:p>
          <a:p>
            <a:r>
              <a:rPr lang="en-US" sz="1200" kern="1200" dirty="0">
                <a:solidFill>
                  <a:schemeClr val="tx1"/>
                </a:solidFill>
                <a:effectLst/>
                <a:latin typeface="+mn-lt"/>
                <a:ea typeface="+mn-ea"/>
                <a:cs typeface="+mn-cs"/>
              </a:rPr>
              <a:t>This thesis intends to take the concept of transitioning further in two ways.  First, it explores transitioning between voluntary mobility and involuntary immobility. Second, it seeks to examine the process of transitioning through the various categories of immobility identified by Carling (2002) and </a:t>
            </a:r>
            <a:r>
              <a:rPr lang="en-US" sz="1200" kern="1200" dirty="0" err="1">
                <a:solidFill>
                  <a:schemeClr val="tx1"/>
                </a:solidFill>
                <a:effectLst/>
                <a:latin typeface="+mn-lt"/>
                <a:ea typeface="+mn-ea"/>
                <a:cs typeface="+mn-cs"/>
              </a:rPr>
              <a:t>Schewel</a:t>
            </a:r>
            <a:r>
              <a:rPr lang="en-US" sz="1200" kern="1200" dirty="0">
                <a:solidFill>
                  <a:schemeClr val="tx1"/>
                </a:solidFill>
                <a:effectLst/>
                <a:latin typeface="+mn-lt"/>
                <a:ea typeface="+mn-ea"/>
                <a:cs typeface="+mn-cs"/>
              </a:rPr>
              <a:t> (2015). </a:t>
            </a:r>
          </a:p>
          <a:p>
            <a:endParaRPr lang="en-US" dirty="0"/>
          </a:p>
        </p:txBody>
      </p:sp>
      <p:sp>
        <p:nvSpPr>
          <p:cNvPr id="4" name="Slide Number Placeholder 3"/>
          <p:cNvSpPr>
            <a:spLocks noGrp="1"/>
          </p:cNvSpPr>
          <p:nvPr>
            <p:ph type="sldNum" sz="quarter" idx="5"/>
          </p:nvPr>
        </p:nvSpPr>
        <p:spPr/>
        <p:txBody>
          <a:bodyPr/>
          <a:lstStyle/>
          <a:p>
            <a:fld id="{F966F616-72DA-4E4B-BAA1-BBB42A78663A}" type="slidenum">
              <a:rPr lang="en-US" smtClean="0"/>
              <a:t>5</a:t>
            </a:fld>
            <a:endParaRPr lang="en-US"/>
          </a:p>
        </p:txBody>
      </p:sp>
    </p:spTree>
    <p:extLst>
      <p:ext uri="{BB962C8B-B14F-4D97-AF65-F5344CB8AC3E}">
        <p14:creationId xmlns:p14="http://schemas.microsoft.com/office/powerpoint/2010/main" val="8352318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00" dirty="0">
                <a:effectLst/>
                <a:latin typeface="Times New Roman" panose="02020603050405020304" pitchFamily="18" charset="0"/>
                <a:ea typeface="Aptos" panose="020B0004020202020204" pitchFamily="34" charset="0"/>
                <a:cs typeface="Times New Roman" panose="02020603050405020304" pitchFamily="18" charset="0"/>
              </a:rPr>
              <a:t>The main objective of </a:t>
            </a:r>
            <a:r>
              <a:rPr lang="en-GB" dirty="0">
                <a:latin typeface="Times New Roman" panose="02020603050405020304" pitchFamily="18" charset="0"/>
                <a:cs typeface="Times New Roman" panose="02020603050405020304" pitchFamily="18" charset="0"/>
              </a:rPr>
              <a:t>this study is to explore the mobility and immobility experiences of convicted drug mules in Ghana.</a:t>
            </a:r>
            <a:endParaRPr lang="en-US" dirty="0">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kern="1200" dirty="0">
                <a:solidFill>
                  <a:schemeClr val="tx1"/>
                </a:solidFill>
                <a:effectLst/>
                <a:latin typeface="+mn-lt"/>
                <a:ea typeface="+mn-ea"/>
                <a:cs typeface="+mn-cs"/>
              </a:rPr>
              <a:t>In tandem with this, the specific objectives of the study are:</a:t>
            </a:r>
            <a:endParaRPr lang="en-US" sz="1200" kern="1200" dirty="0">
              <a:solidFill>
                <a:schemeClr val="tx1"/>
              </a:solidFill>
              <a:effectLst/>
              <a:latin typeface="+mn-lt"/>
              <a:ea typeface="+mn-ea"/>
              <a:cs typeface="+mn-cs"/>
            </a:endParaRPr>
          </a:p>
          <a:p>
            <a:r>
              <a:rPr lang="en-US" dirty="0"/>
              <a:t> </a:t>
            </a:r>
          </a:p>
        </p:txBody>
      </p:sp>
      <p:sp>
        <p:nvSpPr>
          <p:cNvPr id="4" name="Slide Number Placeholder 3"/>
          <p:cNvSpPr>
            <a:spLocks noGrp="1"/>
          </p:cNvSpPr>
          <p:nvPr>
            <p:ph type="sldNum" sz="quarter" idx="5"/>
          </p:nvPr>
        </p:nvSpPr>
        <p:spPr/>
        <p:txBody>
          <a:bodyPr/>
          <a:lstStyle/>
          <a:p>
            <a:fld id="{F966F616-72DA-4E4B-BAA1-BBB42A78663A}" type="slidenum">
              <a:rPr lang="en-US" smtClean="0"/>
              <a:t>6</a:t>
            </a:fld>
            <a:endParaRPr lang="en-US"/>
          </a:p>
        </p:txBody>
      </p:sp>
    </p:spTree>
    <p:extLst>
      <p:ext uri="{BB962C8B-B14F-4D97-AF65-F5344CB8AC3E}">
        <p14:creationId xmlns:p14="http://schemas.microsoft.com/office/powerpoint/2010/main" val="405761636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Methodology </a:t>
            </a:r>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Phenomenology</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My philosophical positioning aligned with hermeneutic phenomenology since I </a:t>
            </a:r>
            <a:r>
              <a:rPr lang="en-US" sz="1200" kern="1200" dirty="0" err="1">
                <a:solidFill>
                  <a:schemeClr val="tx1"/>
                </a:solidFill>
                <a:effectLst/>
                <a:latin typeface="+mn-lt"/>
                <a:ea typeface="+mn-ea"/>
                <a:cs typeface="+mn-cs"/>
              </a:rPr>
              <a:t>saught</a:t>
            </a:r>
            <a:r>
              <a:rPr lang="en-US" sz="1200" kern="1200" dirty="0">
                <a:solidFill>
                  <a:schemeClr val="tx1"/>
                </a:solidFill>
                <a:effectLst/>
                <a:latin typeface="+mn-lt"/>
                <a:ea typeface="+mn-ea"/>
                <a:cs typeface="+mn-cs"/>
              </a:rPr>
              <a:t> to understand how individuals make meaning of their voluntary and involuntary immobility. </a:t>
            </a:r>
          </a:p>
          <a:p>
            <a:r>
              <a:rPr lang="en-US" sz="1200" b="1" kern="1200" dirty="0">
                <a:solidFill>
                  <a:schemeClr val="tx1"/>
                </a:solidFill>
                <a:effectLst/>
                <a:latin typeface="+mn-lt"/>
                <a:ea typeface="+mn-ea"/>
                <a:cs typeface="+mn-cs"/>
              </a:rPr>
              <a:t>Qualitative approach</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Given the sensitive and complex nature of drug trafficking and incarceration, the qualitative research design was deemed most appropriate to understand the complex realities of convicted drug mules, an insight that will be overlooked in a purely quantitative approach</a:t>
            </a:r>
          </a:p>
          <a:p>
            <a:r>
              <a:rPr lang="en-US" sz="1200" kern="1200" dirty="0">
                <a:solidFill>
                  <a:schemeClr val="tx1"/>
                </a:solidFill>
                <a:effectLst/>
                <a:latin typeface="+mn-lt"/>
                <a:ea typeface="+mn-ea"/>
                <a:cs typeface="+mn-cs"/>
              </a:rPr>
              <a:t>The methodological orientation that best suits the purpose of my research is the Interpretative Phenomenological Analysis (IPA). IPA is a qualitative research approach developed by Smith (2011) within psychology to explore how individuals make sense of their lived experiences (Moran, 2013). </a:t>
            </a:r>
          </a:p>
          <a:p>
            <a:r>
              <a:rPr lang="en-US" sz="1200" b="1" kern="1200" dirty="0">
                <a:solidFill>
                  <a:schemeClr val="tx1"/>
                </a:solidFill>
                <a:effectLst/>
                <a:latin typeface="+mn-lt"/>
                <a:ea typeface="+mn-ea"/>
                <a:cs typeface="+mn-cs"/>
              </a:rPr>
              <a:t>Study population</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Convicted drug mules (males and females)</a:t>
            </a:r>
          </a:p>
          <a:p>
            <a:r>
              <a:rPr lang="en-US" sz="1200" kern="1200" dirty="0">
                <a:solidFill>
                  <a:schemeClr val="tx1"/>
                </a:solidFill>
                <a:effectLst/>
                <a:latin typeface="+mn-lt"/>
                <a:ea typeface="+mn-ea"/>
                <a:cs typeface="+mn-cs"/>
              </a:rPr>
              <a:t>Ghanaians and foreign nationals</a:t>
            </a:r>
          </a:p>
          <a:p>
            <a:r>
              <a:rPr lang="en-US" sz="1200" kern="1200" dirty="0">
                <a:solidFill>
                  <a:schemeClr val="tx1"/>
                </a:solidFill>
                <a:effectLst/>
                <a:latin typeface="+mn-lt"/>
                <a:ea typeface="+mn-ea"/>
                <a:cs typeface="+mn-cs"/>
              </a:rPr>
              <a:t>18 years and above</a:t>
            </a:r>
          </a:p>
          <a:p>
            <a:r>
              <a:rPr lang="en-US" sz="1200" kern="1200" dirty="0">
                <a:solidFill>
                  <a:schemeClr val="tx1"/>
                </a:solidFill>
                <a:effectLst/>
                <a:latin typeface="+mn-lt"/>
                <a:ea typeface="+mn-ea"/>
                <a:cs typeface="+mn-cs"/>
              </a:rPr>
              <a:t>Must be in prison beyond 6 months</a:t>
            </a:r>
          </a:p>
          <a:p>
            <a:r>
              <a:rPr lang="en-US" sz="1200" kern="1200" dirty="0">
                <a:solidFill>
                  <a:schemeClr val="tx1"/>
                </a:solidFill>
                <a:effectLst/>
                <a:latin typeface="+mn-lt"/>
                <a:ea typeface="+mn-ea"/>
                <a:cs typeface="+mn-cs"/>
              </a:rPr>
              <a:t> </a:t>
            </a:r>
          </a:p>
          <a:p>
            <a:r>
              <a:rPr lang="en-US" sz="1200" b="1" kern="1200" dirty="0">
                <a:solidFill>
                  <a:schemeClr val="tx1"/>
                </a:solidFill>
                <a:effectLst/>
                <a:latin typeface="+mn-lt"/>
                <a:ea typeface="+mn-ea"/>
                <a:cs typeface="+mn-cs"/>
              </a:rPr>
              <a:t>Sampling Techniques</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Census at the female yard</a:t>
            </a:r>
          </a:p>
          <a:p>
            <a:r>
              <a:rPr lang="en-US" sz="1200" kern="1200" dirty="0">
                <a:solidFill>
                  <a:schemeClr val="tx1"/>
                </a:solidFill>
                <a:effectLst/>
                <a:latin typeface="+mn-lt"/>
                <a:ea typeface="+mn-ea"/>
                <a:cs typeface="+mn-cs"/>
              </a:rPr>
              <a:t>Snowballing at the male yard</a:t>
            </a:r>
          </a:p>
          <a:p>
            <a:r>
              <a:rPr lang="en-US" sz="1200" kern="1200" dirty="0">
                <a:solidFill>
                  <a:schemeClr val="tx1"/>
                </a:solidFill>
                <a:effectLst/>
                <a:latin typeface="+mn-lt"/>
                <a:ea typeface="+mn-ea"/>
                <a:cs typeface="+mn-cs"/>
              </a:rPr>
              <a:t>Purposive for key informants</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 </a:t>
            </a:r>
          </a:p>
          <a:p>
            <a:r>
              <a:rPr lang="en-US" sz="1200" b="1" kern="1200" dirty="0">
                <a:solidFill>
                  <a:schemeClr val="tx1"/>
                </a:solidFill>
                <a:effectLst/>
                <a:latin typeface="+mn-lt"/>
                <a:ea typeface="+mn-ea"/>
                <a:cs typeface="+mn-cs"/>
              </a:rPr>
              <a:t>Sampling size</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sampling size obtained after reaching saturation was 16, </a:t>
            </a:r>
            <a:r>
              <a:rPr lang="en-US" sz="1200" kern="1200" dirty="0" err="1">
                <a:solidFill>
                  <a:schemeClr val="tx1"/>
                </a:solidFill>
                <a:effectLst/>
                <a:latin typeface="+mn-lt"/>
                <a:ea typeface="+mn-ea"/>
                <a:cs typeface="+mn-cs"/>
              </a:rPr>
              <a:t>ie</a:t>
            </a:r>
            <a:r>
              <a:rPr lang="en-US" sz="1200" kern="1200" dirty="0">
                <a:solidFill>
                  <a:schemeClr val="tx1"/>
                </a:solidFill>
                <a:effectLst/>
                <a:latin typeface="+mn-lt"/>
                <a:ea typeface="+mn-ea"/>
                <a:cs typeface="+mn-cs"/>
              </a:rPr>
              <a:t>, 8 males and eight females</a:t>
            </a:r>
          </a:p>
          <a:p>
            <a:r>
              <a:rPr lang="en-US" sz="1200" b="1" kern="1200" dirty="0">
                <a:solidFill>
                  <a:schemeClr val="tx1"/>
                </a:solidFill>
                <a:effectLst/>
                <a:latin typeface="+mn-lt"/>
                <a:ea typeface="+mn-ea"/>
                <a:cs typeface="+mn-cs"/>
              </a:rPr>
              <a:t>Data analysis</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Transcription was done while conducting the interviews because the prison did not allow me to record</a:t>
            </a:r>
          </a:p>
          <a:p>
            <a:r>
              <a:rPr lang="en-US" sz="1200" kern="1200" dirty="0">
                <a:solidFill>
                  <a:schemeClr val="tx1"/>
                </a:solidFill>
                <a:effectLst/>
                <a:latin typeface="+mn-lt"/>
                <a:ea typeface="+mn-ea"/>
                <a:cs typeface="+mn-cs"/>
              </a:rPr>
              <a:t>After the first four interviews, I began generating initial codes and gained a preliminary understanding of the potential themes emerging from the data. I viewed these interviews as setting the conceptual boundaries of the phenomenon under investigation. </a:t>
            </a:r>
          </a:p>
          <a:p>
            <a:r>
              <a:rPr lang="en-US" sz="1200" kern="1200" dirty="0">
                <a:solidFill>
                  <a:schemeClr val="tx1"/>
                </a:solidFill>
                <a:effectLst/>
                <a:latin typeface="+mn-lt"/>
                <a:ea typeface="+mn-ea"/>
                <a:cs typeface="+mn-cs"/>
              </a:rPr>
              <a:t> </a:t>
            </a:r>
          </a:p>
          <a:p>
            <a:r>
              <a:rPr lang="en-US" sz="1200" b="1" kern="1200" dirty="0">
                <a:solidFill>
                  <a:schemeClr val="tx1"/>
                </a:solidFill>
                <a:effectLst/>
                <a:latin typeface="+mn-lt"/>
                <a:ea typeface="+mn-ea"/>
                <a:cs typeface="+mn-cs"/>
              </a:rPr>
              <a:t>Coding</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First order codes 			Second order codes		Voice/quotes </a:t>
            </a:r>
          </a:p>
          <a:p>
            <a:r>
              <a:rPr lang="en-US" sz="1200" kern="1200" dirty="0">
                <a:solidFill>
                  <a:schemeClr val="tx1"/>
                </a:solidFill>
                <a:effectLst/>
                <a:latin typeface="+mn-lt"/>
                <a:ea typeface="+mn-ea"/>
                <a:cs typeface="+mn-cs"/>
              </a:rPr>
              <a:t>Learning to sew			Vocational skills 		what skill are you learning?</a:t>
            </a:r>
          </a:p>
          <a:p>
            <a:r>
              <a:rPr lang="en-US" sz="1200" kern="1200" dirty="0">
                <a:solidFill>
                  <a:schemeClr val="tx1"/>
                </a:solidFill>
                <a:effectLst/>
                <a:latin typeface="+mn-lt"/>
                <a:ea typeface="+mn-ea"/>
                <a:cs typeface="+mn-cs"/>
              </a:rPr>
              <a:t>Constant headache and feeling weak	 Experiences in prison </a:t>
            </a:r>
          </a:p>
          <a:p>
            <a:r>
              <a:rPr lang="en-US" sz="1200" kern="1200" dirty="0">
                <a:solidFill>
                  <a:schemeClr val="tx1"/>
                </a:solidFill>
                <a:effectLst/>
                <a:latin typeface="+mn-lt"/>
                <a:ea typeface="+mn-ea"/>
                <a:cs typeface="+mn-cs"/>
              </a:rPr>
              <a:t>Thinking too much</a:t>
            </a:r>
          </a:p>
          <a:p>
            <a:r>
              <a:rPr lang="en-US" sz="1200" kern="1200" dirty="0">
                <a:solidFill>
                  <a:schemeClr val="tx1"/>
                </a:solidFill>
                <a:effectLst/>
                <a:latin typeface="+mn-lt"/>
                <a:ea typeface="+mn-ea"/>
                <a:cs typeface="+mn-cs"/>
              </a:rPr>
              <a:t>After generating the codes, I organised them into basic themes, subordinate themes and superordinate themes</a:t>
            </a:r>
          </a:p>
          <a:p>
            <a:r>
              <a:rPr lang="en-US" sz="1200" kern="1200" dirty="0" err="1">
                <a:solidFill>
                  <a:schemeClr val="tx1"/>
                </a:solidFill>
                <a:effectLst/>
                <a:latin typeface="+mn-lt"/>
                <a:ea typeface="+mn-ea"/>
                <a:cs typeface="+mn-cs"/>
              </a:rPr>
              <a:t>Eg.</a:t>
            </a:r>
            <a:r>
              <a:rPr lang="en-US" sz="1200" kern="1200" dirty="0">
                <a:solidFill>
                  <a:schemeClr val="tx1"/>
                </a:solidFill>
                <a:effectLst/>
                <a:latin typeface="+mn-lt"/>
                <a:ea typeface="+mn-ea"/>
                <a:cs typeface="+mn-cs"/>
              </a:rPr>
              <a:t> Working in my neighborhood (basic theme)	No movement within the country of origin (subordinate theme)	mobility trajectories of participants before engaging in drug trafficking (superordinate themes)</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 </a:t>
            </a:r>
          </a:p>
          <a:p>
            <a:r>
              <a:rPr lang="en-US" sz="1200" b="1" kern="1200" dirty="0">
                <a:solidFill>
                  <a:schemeClr val="tx1"/>
                </a:solidFill>
                <a:effectLst/>
                <a:latin typeface="+mn-lt"/>
                <a:ea typeface="+mn-ea"/>
                <a:cs typeface="+mn-cs"/>
              </a:rPr>
              <a:t> </a:t>
            </a:r>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Researcher positionality </a:t>
            </a:r>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 </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On one hand, I have firsthand knowledge of law enforcement and how drug trafficking cases are handled in Ghana. On the other hand, I am deeply engaged in academic inquiry as a student researcher</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I may be seen as an insider because, as a drug law enforcement officer, I have a deep understanding of the legal, procedural, and social contexts surrounding drug trafficking.</a:t>
            </a:r>
          </a:p>
          <a:p>
            <a:r>
              <a:rPr lang="en-US" sz="1200" kern="1200" dirty="0">
                <a:solidFill>
                  <a:schemeClr val="tx1"/>
                </a:solidFill>
                <a:effectLst/>
                <a:latin typeface="+mn-lt"/>
                <a:ea typeface="+mn-ea"/>
                <a:cs typeface="+mn-cs"/>
              </a:rPr>
              <a:t>I am an outsider because I have not lived the experience of being a convicted drug mule.</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I am aware that this dual positionality can enrich my analysis, but also requires reflexivity. I needed to be aware of how my identity, assumptions, and institutional affiliations might affect data collection, interpretation, and participant rapport.</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Although my background gave me valuable insight into how drugs are trafficked into Ghana and the control measures, I was also aware that sharing my professional identity with my participants, the convicted drug mules, might make them uncomfortable or hesitant to speak freely. To help create a safe and open environment for honest conversation, I chose to present myself only as a student researcher during the interviews. This decision was not taken lightly, but it followed ethical guidance in qualitative research that emphasises the importance of building trust and mitigating power imbalances between researcher and participant (Berger, 2016; Holmes, 2020).</a:t>
            </a:r>
          </a:p>
          <a:p>
            <a:endParaRPr lang="en-US" dirty="0"/>
          </a:p>
        </p:txBody>
      </p:sp>
      <p:sp>
        <p:nvSpPr>
          <p:cNvPr id="4" name="Slide Number Placeholder 3"/>
          <p:cNvSpPr>
            <a:spLocks noGrp="1"/>
          </p:cNvSpPr>
          <p:nvPr>
            <p:ph type="sldNum" sz="quarter" idx="5"/>
          </p:nvPr>
        </p:nvSpPr>
        <p:spPr/>
        <p:txBody>
          <a:bodyPr/>
          <a:lstStyle/>
          <a:p>
            <a:fld id="{F966F616-72DA-4E4B-BAA1-BBB42A78663A}" type="slidenum">
              <a:rPr lang="en-US" smtClean="0"/>
              <a:t>7</a:t>
            </a:fld>
            <a:endParaRPr lang="en-US"/>
          </a:p>
        </p:txBody>
      </p:sp>
    </p:spTree>
    <p:extLst>
      <p:ext uri="{BB962C8B-B14F-4D97-AF65-F5344CB8AC3E}">
        <p14:creationId xmlns:p14="http://schemas.microsoft.com/office/powerpoint/2010/main" val="20750725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966F616-72DA-4E4B-BAA1-BBB42A78663A}" type="slidenum">
              <a:rPr lang="en-US" smtClean="0"/>
              <a:t>8</a:t>
            </a:fld>
            <a:endParaRPr lang="en-US"/>
          </a:p>
        </p:txBody>
      </p:sp>
    </p:spTree>
    <p:extLst>
      <p:ext uri="{BB962C8B-B14F-4D97-AF65-F5344CB8AC3E}">
        <p14:creationId xmlns:p14="http://schemas.microsoft.com/office/powerpoint/2010/main" val="12490029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DD7EC2-E5D8-F742-1B67-054FF0866F4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7A00BB6-1739-C6B5-9716-28AB89FF2D3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92B4C73-ACB3-7C9F-7EA5-2938A0344044}"/>
              </a:ext>
            </a:extLst>
          </p:cNvPr>
          <p:cNvSpPr>
            <a:spLocks noGrp="1"/>
          </p:cNvSpPr>
          <p:nvPr>
            <p:ph type="dt" sz="half" idx="10"/>
          </p:nvPr>
        </p:nvSpPr>
        <p:spPr/>
        <p:txBody>
          <a:bodyPr/>
          <a:lstStyle/>
          <a:p>
            <a:fld id="{F10901DB-E840-4150-8207-866BDD25D22F}" type="datetimeFigureOut">
              <a:rPr lang="en-US" smtClean="0"/>
              <a:t>9/15/2025</a:t>
            </a:fld>
            <a:endParaRPr lang="en-US"/>
          </a:p>
        </p:txBody>
      </p:sp>
      <p:sp>
        <p:nvSpPr>
          <p:cNvPr id="5" name="Footer Placeholder 4">
            <a:extLst>
              <a:ext uri="{FF2B5EF4-FFF2-40B4-BE49-F238E27FC236}">
                <a16:creationId xmlns:a16="http://schemas.microsoft.com/office/drawing/2014/main" id="{5912DAEB-3F38-A327-9E2B-F5B42236E7C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BD2C4D2-F373-1FDD-0C14-B0A5EE67898B}"/>
              </a:ext>
            </a:extLst>
          </p:cNvPr>
          <p:cNvSpPr>
            <a:spLocks noGrp="1"/>
          </p:cNvSpPr>
          <p:nvPr>
            <p:ph type="sldNum" sz="quarter" idx="12"/>
          </p:nvPr>
        </p:nvSpPr>
        <p:spPr/>
        <p:txBody>
          <a:bodyPr/>
          <a:lstStyle/>
          <a:p>
            <a:fld id="{C41024BC-5968-4735-8D30-B72DEF6BE683}" type="slidenum">
              <a:rPr lang="en-US" smtClean="0"/>
              <a:t>‹#›</a:t>
            </a:fld>
            <a:endParaRPr lang="en-US"/>
          </a:p>
        </p:txBody>
      </p:sp>
    </p:spTree>
    <p:extLst>
      <p:ext uri="{BB962C8B-B14F-4D97-AF65-F5344CB8AC3E}">
        <p14:creationId xmlns:p14="http://schemas.microsoft.com/office/powerpoint/2010/main" val="3202589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F58BDB-9BFB-33BD-36E2-CB774FA5071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C0EBEC1-929D-A242-6F90-1148AB735D4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27C69D1-F584-0904-FC78-1845E1CE9CB1}"/>
              </a:ext>
            </a:extLst>
          </p:cNvPr>
          <p:cNvSpPr>
            <a:spLocks noGrp="1"/>
          </p:cNvSpPr>
          <p:nvPr>
            <p:ph type="dt" sz="half" idx="10"/>
          </p:nvPr>
        </p:nvSpPr>
        <p:spPr/>
        <p:txBody>
          <a:bodyPr/>
          <a:lstStyle/>
          <a:p>
            <a:fld id="{F10901DB-E840-4150-8207-866BDD25D22F}" type="datetimeFigureOut">
              <a:rPr lang="en-US" smtClean="0"/>
              <a:t>9/15/2025</a:t>
            </a:fld>
            <a:endParaRPr lang="en-US"/>
          </a:p>
        </p:txBody>
      </p:sp>
      <p:sp>
        <p:nvSpPr>
          <p:cNvPr id="5" name="Footer Placeholder 4">
            <a:extLst>
              <a:ext uri="{FF2B5EF4-FFF2-40B4-BE49-F238E27FC236}">
                <a16:creationId xmlns:a16="http://schemas.microsoft.com/office/drawing/2014/main" id="{C06E6342-5ECF-1C98-5658-39498D805F4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42FAC61-7EF5-A0A9-7407-77FCBC604580}"/>
              </a:ext>
            </a:extLst>
          </p:cNvPr>
          <p:cNvSpPr>
            <a:spLocks noGrp="1"/>
          </p:cNvSpPr>
          <p:nvPr>
            <p:ph type="sldNum" sz="quarter" idx="12"/>
          </p:nvPr>
        </p:nvSpPr>
        <p:spPr/>
        <p:txBody>
          <a:bodyPr/>
          <a:lstStyle/>
          <a:p>
            <a:fld id="{C41024BC-5968-4735-8D30-B72DEF6BE683}" type="slidenum">
              <a:rPr lang="en-US" smtClean="0"/>
              <a:t>‹#›</a:t>
            </a:fld>
            <a:endParaRPr lang="en-US"/>
          </a:p>
        </p:txBody>
      </p:sp>
    </p:spTree>
    <p:extLst>
      <p:ext uri="{BB962C8B-B14F-4D97-AF65-F5344CB8AC3E}">
        <p14:creationId xmlns:p14="http://schemas.microsoft.com/office/powerpoint/2010/main" val="6530901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23C68F-4357-6C0B-EFF4-6056CFE0274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37434F9-9472-5E2E-37A2-1C668D4EE77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165E404-4C0A-77ED-B4F0-F150408E2701}"/>
              </a:ext>
            </a:extLst>
          </p:cNvPr>
          <p:cNvSpPr>
            <a:spLocks noGrp="1"/>
          </p:cNvSpPr>
          <p:nvPr>
            <p:ph type="dt" sz="half" idx="10"/>
          </p:nvPr>
        </p:nvSpPr>
        <p:spPr/>
        <p:txBody>
          <a:bodyPr/>
          <a:lstStyle/>
          <a:p>
            <a:fld id="{F10901DB-E840-4150-8207-866BDD25D22F}" type="datetimeFigureOut">
              <a:rPr lang="en-US" smtClean="0"/>
              <a:t>9/15/2025</a:t>
            </a:fld>
            <a:endParaRPr lang="en-US"/>
          </a:p>
        </p:txBody>
      </p:sp>
      <p:sp>
        <p:nvSpPr>
          <p:cNvPr id="5" name="Footer Placeholder 4">
            <a:extLst>
              <a:ext uri="{FF2B5EF4-FFF2-40B4-BE49-F238E27FC236}">
                <a16:creationId xmlns:a16="http://schemas.microsoft.com/office/drawing/2014/main" id="{CC47E8BC-3C9D-288D-A877-4B49F26D414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D304336-DB89-C939-F991-F3B56B48D96C}"/>
              </a:ext>
            </a:extLst>
          </p:cNvPr>
          <p:cNvSpPr>
            <a:spLocks noGrp="1"/>
          </p:cNvSpPr>
          <p:nvPr>
            <p:ph type="sldNum" sz="quarter" idx="12"/>
          </p:nvPr>
        </p:nvSpPr>
        <p:spPr/>
        <p:txBody>
          <a:bodyPr/>
          <a:lstStyle/>
          <a:p>
            <a:fld id="{C41024BC-5968-4735-8D30-B72DEF6BE683}" type="slidenum">
              <a:rPr lang="en-US" smtClean="0"/>
              <a:t>‹#›</a:t>
            </a:fld>
            <a:endParaRPr lang="en-US"/>
          </a:p>
        </p:txBody>
      </p:sp>
    </p:spTree>
    <p:extLst>
      <p:ext uri="{BB962C8B-B14F-4D97-AF65-F5344CB8AC3E}">
        <p14:creationId xmlns:p14="http://schemas.microsoft.com/office/powerpoint/2010/main" val="9883839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ADE173-84FE-131A-FDEC-10EB764DA2F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99AD527-C4A0-467A-A074-20997F2F9B7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AE8166C-5D25-2F7A-68E2-89811F37E2D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FA11F9-6FE3-AE70-BB60-74D68595EF93}"/>
              </a:ext>
            </a:extLst>
          </p:cNvPr>
          <p:cNvSpPr>
            <a:spLocks noGrp="1"/>
          </p:cNvSpPr>
          <p:nvPr>
            <p:ph type="dt" sz="half" idx="10"/>
          </p:nvPr>
        </p:nvSpPr>
        <p:spPr/>
        <p:txBody>
          <a:bodyPr/>
          <a:lstStyle/>
          <a:p>
            <a:fld id="{F10901DB-E840-4150-8207-866BDD25D22F}" type="datetimeFigureOut">
              <a:rPr lang="en-US" smtClean="0"/>
              <a:t>9/15/2025</a:t>
            </a:fld>
            <a:endParaRPr lang="en-US"/>
          </a:p>
        </p:txBody>
      </p:sp>
      <p:sp>
        <p:nvSpPr>
          <p:cNvPr id="6" name="Footer Placeholder 5">
            <a:extLst>
              <a:ext uri="{FF2B5EF4-FFF2-40B4-BE49-F238E27FC236}">
                <a16:creationId xmlns:a16="http://schemas.microsoft.com/office/drawing/2014/main" id="{4BDC4B88-4529-9622-3DFF-0A9E8F047F9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1149887-301D-192D-6E4E-0B5CD9F58651}"/>
              </a:ext>
            </a:extLst>
          </p:cNvPr>
          <p:cNvSpPr>
            <a:spLocks noGrp="1"/>
          </p:cNvSpPr>
          <p:nvPr>
            <p:ph type="sldNum" sz="quarter" idx="12"/>
          </p:nvPr>
        </p:nvSpPr>
        <p:spPr/>
        <p:txBody>
          <a:bodyPr/>
          <a:lstStyle/>
          <a:p>
            <a:fld id="{C41024BC-5968-4735-8D30-B72DEF6BE683}" type="slidenum">
              <a:rPr lang="en-US" smtClean="0"/>
              <a:t>‹#›</a:t>
            </a:fld>
            <a:endParaRPr lang="en-US"/>
          </a:p>
        </p:txBody>
      </p:sp>
    </p:spTree>
    <p:extLst>
      <p:ext uri="{BB962C8B-B14F-4D97-AF65-F5344CB8AC3E}">
        <p14:creationId xmlns:p14="http://schemas.microsoft.com/office/powerpoint/2010/main" val="36107422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E8185E-3938-13F4-071F-9C47FBD6098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5328229-9E26-4A8D-CE13-5195A4F3BEB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04DE16-D620-E567-A074-2B6A54D885E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CA6B1B9-8555-7B1C-2D30-CA652A28189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D0F61AE-EC15-64C2-A098-EC225FEFBFB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92DFBB5-D787-915A-9095-24B00FA2AC94}"/>
              </a:ext>
            </a:extLst>
          </p:cNvPr>
          <p:cNvSpPr>
            <a:spLocks noGrp="1"/>
          </p:cNvSpPr>
          <p:nvPr>
            <p:ph type="dt" sz="half" idx="10"/>
          </p:nvPr>
        </p:nvSpPr>
        <p:spPr/>
        <p:txBody>
          <a:bodyPr/>
          <a:lstStyle/>
          <a:p>
            <a:fld id="{F10901DB-E840-4150-8207-866BDD25D22F}" type="datetimeFigureOut">
              <a:rPr lang="en-US" smtClean="0"/>
              <a:t>9/15/2025</a:t>
            </a:fld>
            <a:endParaRPr lang="en-US"/>
          </a:p>
        </p:txBody>
      </p:sp>
      <p:sp>
        <p:nvSpPr>
          <p:cNvPr id="8" name="Footer Placeholder 7">
            <a:extLst>
              <a:ext uri="{FF2B5EF4-FFF2-40B4-BE49-F238E27FC236}">
                <a16:creationId xmlns:a16="http://schemas.microsoft.com/office/drawing/2014/main" id="{F711DC54-8C33-C55A-F365-B3AC72A6BA0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5363D3E-D67B-702D-ADA5-2F2C9111BF9F}"/>
              </a:ext>
            </a:extLst>
          </p:cNvPr>
          <p:cNvSpPr>
            <a:spLocks noGrp="1"/>
          </p:cNvSpPr>
          <p:nvPr>
            <p:ph type="sldNum" sz="quarter" idx="12"/>
          </p:nvPr>
        </p:nvSpPr>
        <p:spPr/>
        <p:txBody>
          <a:bodyPr/>
          <a:lstStyle/>
          <a:p>
            <a:fld id="{C41024BC-5968-4735-8D30-B72DEF6BE683}" type="slidenum">
              <a:rPr lang="en-US" smtClean="0"/>
              <a:t>‹#›</a:t>
            </a:fld>
            <a:endParaRPr lang="en-US"/>
          </a:p>
        </p:txBody>
      </p:sp>
    </p:spTree>
    <p:extLst>
      <p:ext uri="{BB962C8B-B14F-4D97-AF65-F5344CB8AC3E}">
        <p14:creationId xmlns:p14="http://schemas.microsoft.com/office/powerpoint/2010/main" val="9616513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4C649D-C7B1-FC2E-BE2E-20E16B49B25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86BDD17-2483-9991-3C02-F104B65F2F73}"/>
              </a:ext>
            </a:extLst>
          </p:cNvPr>
          <p:cNvSpPr>
            <a:spLocks noGrp="1"/>
          </p:cNvSpPr>
          <p:nvPr>
            <p:ph type="dt" sz="half" idx="10"/>
          </p:nvPr>
        </p:nvSpPr>
        <p:spPr/>
        <p:txBody>
          <a:bodyPr/>
          <a:lstStyle/>
          <a:p>
            <a:fld id="{F10901DB-E840-4150-8207-866BDD25D22F}" type="datetimeFigureOut">
              <a:rPr lang="en-US" smtClean="0"/>
              <a:t>9/15/2025</a:t>
            </a:fld>
            <a:endParaRPr lang="en-US"/>
          </a:p>
        </p:txBody>
      </p:sp>
      <p:sp>
        <p:nvSpPr>
          <p:cNvPr id="4" name="Footer Placeholder 3">
            <a:extLst>
              <a:ext uri="{FF2B5EF4-FFF2-40B4-BE49-F238E27FC236}">
                <a16:creationId xmlns:a16="http://schemas.microsoft.com/office/drawing/2014/main" id="{9D1C0FB9-E42D-9741-BA7C-C811901B70E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A55081D-BB5A-9B2F-8F12-4376917E0894}"/>
              </a:ext>
            </a:extLst>
          </p:cNvPr>
          <p:cNvSpPr>
            <a:spLocks noGrp="1"/>
          </p:cNvSpPr>
          <p:nvPr>
            <p:ph type="sldNum" sz="quarter" idx="12"/>
          </p:nvPr>
        </p:nvSpPr>
        <p:spPr/>
        <p:txBody>
          <a:bodyPr/>
          <a:lstStyle/>
          <a:p>
            <a:fld id="{C41024BC-5968-4735-8D30-B72DEF6BE683}" type="slidenum">
              <a:rPr lang="en-US" smtClean="0"/>
              <a:t>‹#›</a:t>
            </a:fld>
            <a:endParaRPr lang="en-US"/>
          </a:p>
        </p:txBody>
      </p:sp>
    </p:spTree>
    <p:extLst>
      <p:ext uri="{BB962C8B-B14F-4D97-AF65-F5344CB8AC3E}">
        <p14:creationId xmlns:p14="http://schemas.microsoft.com/office/powerpoint/2010/main" val="26494001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416FCAA-D61A-19AA-2CFD-EDCFFE232B38}"/>
              </a:ext>
            </a:extLst>
          </p:cNvPr>
          <p:cNvSpPr>
            <a:spLocks noGrp="1"/>
          </p:cNvSpPr>
          <p:nvPr>
            <p:ph type="dt" sz="half" idx="10"/>
          </p:nvPr>
        </p:nvSpPr>
        <p:spPr/>
        <p:txBody>
          <a:bodyPr/>
          <a:lstStyle/>
          <a:p>
            <a:fld id="{F10901DB-E840-4150-8207-866BDD25D22F}" type="datetimeFigureOut">
              <a:rPr lang="en-US" smtClean="0"/>
              <a:t>9/15/2025</a:t>
            </a:fld>
            <a:endParaRPr lang="en-US"/>
          </a:p>
        </p:txBody>
      </p:sp>
      <p:sp>
        <p:nvSpPr>
          <p:cNvPr id="3" name="Footer Placeholder 2">
            <a:extLst>
              <a:ext uri="{FF2B5EF4-FFF2-40B4-BE49-F238E27FC236}">
                <a16:creationId xmlns:a16="http://schemas.microsoft.com/office/drawing/2014/main" id="{CDD15071-F236-77A8-4671-2C96684897F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F83CB8E-1A45-9FF7-122B-46108F80B893}"/>
              </a:ext>
            </a:extLst>
          </p:cNvPr>
          <p:cNvSpPr>
            <a:spLocks noGrp="1"/>
          </p:cNvSpPr>
          <p:nvPr>
            <p:ph type="sldNum" sz="quarter" idx="12"/>
          </p:nvPr>
        </p:nvSpPr>
        <p:spPr/>
        <p:txBody>
          <a:bodyPr/>
          <a:lstStyle/>
          <a:p>
            <a:fld id="{C41024BC-5968-4735-8D30-B72DEF6BE683}" type="slidenum">
              <a:rPr lang="en-US" smtClean="0"/>
              <a:t>‹#›</a:t>
            </a:fld>
            <a:endParaRPr lang="en-US"/>
          </a:p>
        </p:txBody>
      </p:sp>
    </p:spTree>
    <p:extLst>
      <p:ext uri="{BB962C8B-B14F-4D97-AF65-F5344CB8AC3E}">
        <p14:creationId xmlns:p14="http://schemas.microsoft.com/office/powerpoint/2010/main" val="9715597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E57F21-6BEA-4D7A-A020-D2D73BA2D32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3F6C2EB-2067-EDE8-6730-13C68662637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9A68C07-B368-9A92-7D94-899AA230A9B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01C4715-8548-B8CD-E46B-32F52F97AC6B}"/>
              </a:ext>
            </a:extLst>
          </p:cNvPr>
          <p:cNvSpPr>
            <a:spLocks noGrp="1"/>
          </p:cNvSpPr>
          <p:nvPr>
            <p:ph type="dt" sz="half" idx="10"/>
          </p:nvPr>
        </p:nvSpPr>
        <p:spPr/>
        <p:txBody>
          <a:bodyPr/>
          <a:lstStyle/>
          <a:p>
            <a:fld id="{F10901DB-E840-4150-8207-866BDD25D22F}" type="datetimeFigureOut">
              <a:rPr lang="en-US" smtClean="0"/>
              <a:t>9/15/2025</a:t>
            </a:fld>
            <a:endParaRPr lang="en-US"/>
          </a:p>
        </p:txBody>
      </p:sp>
      <p:sp>
        <p:nvSpPr>
          <p:cNvPr id="6" name="Footer Placeholder 5">
            <a:extLst>
              <a:ext uri="{FF2B5EF4-FFF2-40B4-BE49-F238E27FC236}">
                <a16:creationId xmlns:a16="http://schemas.microsoft.com/office/drawing/2014/main" id="{D94805EB-68F0-0925-B5E2-992A26ACDCC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678064D-3984-66E1-79F6-BF412DE9007B}"/>
              </a:ext>
            </a:extLst>
          </p:cNvPr>
          <p:cNvSpPr>
            <a:spLocks noGrp="1"/>
          </p:cNvSpPr>
          <p:nvPr>
            <p:ph type="sldNum" sz="quarter" idx="12"/>
          </p:nvPr>
        </p:nvSpPr>
        <p:spPr/>
        <p:txBody>
          <a:bodyPr/>
          <a:lstStyle/>
          <a:p>
            <a:fld id="{C41024BC-5968-4735-8D30-B72DEF6BE683}" type="slidenum">
              <a:rPr lang="en-US" smtClean="0"/>
              <a:t>‹#›</a:t>
            </a:fld>
            <a:endParaRPr lang="en-US"/>
          </a:p>
        </p:txBody>
      </p:sp>
    </p:spTree>
    <p:extLst>
      <p:ext uri="{BB962C8B-B14F-4D97-AF65-F5344CB8AC3E}">
        <p14:creationId xmlns:p14="http://schemas.microsoft.com/office/powerpoint/2010/main" val="23878899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AE40A8-7CE6-6E2F-987D-F9931444B2F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49A3B3C-B1CD-FC66-30C0-066CC8711E3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7130723-2359-C212-1784-4C60E5DC26B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286E1BF-418B-5A5E-B8CE-971EBA46EBA1}"/>
              </a:ext>
            </a:extLst>
          </p:cNvPr>
          <p:cNvSpPr>
            <a:spLocks noGrp="1"/>
          </p:cNvSpPr>
          <p:nvPr>
            <p:ph type="dt" sz="half" idx="10"/>
          </p:nvPr>
        </p:nvSpPr>
        <p:spPr/>
        <p:txBody>
          <a:bodyPr/>
          <a:lstStyle/>
          <a:p>
            <a:fld id="{F10901DB-E840-4150-8207-866BDD25D22F}" type="datetimeFigureOut">
              <a:rPr lang="en-US" smtClean="0"/>
              <a:t>9/15/2025</a:t>
            </a:fld>
            <a:endParaRPr lang="en-US"/>
          </a:p>
        </p:txBody>
      </p:sp>
      <p:sp>
        <p:nvSpPr>
          <p:cNvPr id="6" name="Footer Placeholder 5">
            <a:extLst>
              <a:ext uri="{FF2B5EF4-FFF2-40B4-BE49-F238E27FC236}">
                <a16:creationId xmlns:a16="http://schemas.microsoft.com/office/drawing/2014/main" id="{0D858B19-C047-7376-4094-335A262B877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EE3E811-B1A3-3062-66D6-3B924C39DCF1}"/>
              </a:ext>
            </a:extLst>
          </p:cNvPr>
          <p:cNvSpPr>
            <a:spLocks noGrp="1"/>
          </p:cNvSpPr>
          <p:nvPr>
            <p:ph type="sldNum" sz="quarter" idx="12"/>
          </p:nvPr>
        </p:nvSpPr>
        <p:spPr/>
        <p:txBody>
          <a:bodyPr/>
          <a:lstStyle/>
          <a:p>
            <a:fld id="{C41024BC-5968-4735-8D30-B72DEF6BE683}" type="slidenum">
              <a:rPr lang="en-US" smtClean="0"/>
              <a:t>‹#›</a:t>
            </a:fld>
            <a:endParaRPr lang="en-US"/>
          </a:p>
        </p:txBody>
      </p:sp>
    </p:spTree>
    <p:extLst>
      <p:ext uri="{BB962C8B-B14F-4D97-AF65-F5344CB8AC3E}">
        <p14:creationId xmlns:p14="http://schemas.microsoft.com/office/powerpoint/2010/main" val="22140510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E613B-3E08-B9D4-3543-27653200408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54B8505-E673-B14D-57BC-B609C294E3E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8ED7D8F-1AC7-0420-F070-FDFD3C35B784}"/>
              </a:ext>
            </a:extLst>
          </p:cNvPr>
          <p:cNvSpPr>
            <a:spLocks noGrp="1"/>
          </p:cNvSpPr>
          <p:nvPr>
            <p:ph type="dt" sz="half" idx="10"/>
          </p:nvPr>
        </p:nvSpPr>
        <p:spPr/>
        <p:txBody>
          <a:bodyPr/>
          <a:lstStyle/>
          <a:p>
            <a:fld id="{F10901DB-E840-4150-8207-866BDD25D22F}" type="datetimeFigureOut">
              <a:rPr lang="en-US" smtClean="0"/>
              <a:t>9/15/2025</a:t>
            </a:fld>
            <a:endParaRPr lang="en-US"/>
          </a:p>
        </p:txBody>
      </p:sp>
      <p:sp>
        <p:nvSpPr>
          <p:cNvPr id="5" name="Footer Placeholder 4">
            <a:extLst>
              <a:ext uri="{FF2B5EF4-FFF2-40B4-BE49-F238E27FC236}">
                <a16:creationId xmlns:a16="http://schemas.microsoft.com/office/drawing/2014/main" id="{3692FD22-A5B5-C5E8-19C9-E29BD895B01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32D55BE-B31F-9976-5801-16A4491DC193}"/>
              </a:ext>
            </a:extLst>
          </p:cNvPr>
          <p:cNvSpPr>
            <a:spLocks noGrp="1"/>
          </p:cNvSpPr>
          <p:nvPr>
            <p:ph type="sldNum" sz="quarter" idx="12"/>
          </p:nvPr>
        </p:nvSpPr>
        <p:spPr/>
        <p:txBody>
          <a:bodyPr/>
          <a:lstStyle/>
          <a:p>
            <a:fld id="{C41024BC-5968-4735-8D30-B72DEF6BE683}" type="slidenum">
              <a:rPr lang="en-US" smtClean="0"/>
              <a:t>‹#›</a:t>
            </a:fld>
            <a:endParaRPr lang="en-US"/>
          </a:p>
        </p:txBody>
      </p:sp>
    </p:spTree>
    <p:extLst>
      <p:ext uri="{BB962C8B-B14F-4D97-AF65-F5344CB8AC3E}">
        <p14:creationId xmlns:p14="http://schemas.microsoft.com/office/powerpoint/2010/main" val="8022747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E714E13-7DDD-7B01-B532-2B2A88B6633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B1CBB8E-647A-192C-E328-241E73841B4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7BDFD78-3A20-22DE-6D4C-9A66BC0078A4}"/>
              </a:ext>
            </a:extLst>
          </p:cNvPr>
          <p:cNvSpPr>
            <a:spLocks noGrp="1"/>
          </p:cNvSpPr>
          <p:nvPr>
            <p:ph type="dt" sz="half" idx="10"/>
          </p:nvPr>
        </p:nvSpPr>
        <p:spPr/>
        <p:txBody>
          <a:bodyPr/>
          <a:lstStyle/>
          <a:p>
            <a:fld id="{F10901DB-E840-4150-8207-866BDD25D22F}" type="datetimeFigureOut">
              <a:rPr lang="en-US" smtClean="0"/>
              <a:t>9/15/2025</a:t>
            </a:fld>
            <a:endParaRPr lang="en-US"/>
          </a:p>
        </p:txBody>
      </p:sp>
      <p:sp>
        <p:nvSpPr>
          <p:cNvPr id="5" name="Footer Placeholder 4">
            <a:extLst>
              <a:ext uri="{FF2B5EF4-FFF2-40B4-BE49-F238E27FC236}">
                <a16:creationId xmlns:a16="http://schemas.microsoft.com/office/drawing/2014/main" id="{639FA80B-D752-6CA7-C60B-AAF3A51B523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AC1C125-E0EA-8BB4-A43E-4E1CCF0CDD89}"/>
              </a:ext>
            </a:extLst>
          </p:cNvPr>
          <p:cNvSpPr>
            <a:spLocks noGrp="1"/>
          </p:cNvSpPr>
          <p:nvPr>
            <p:ph type="sldNum" sz="quarter" idx="12"/>
          </p:nvPr>
        </p:nvSpPr>
        <p:spPr/>
        <p:txBody>
          <a:bodyPr/>
          <a:lstStyle/>
          <a:p>
            <a:fld id="{C41024BC-5968-4735-8D30-B72DEF6BE683}" type="slidenum">
              <a:rPr lang="en-US" smtClean="0"/>
              <a:t>‹#›</a:t>
            </a:fld>
            <a:endParaRPr lang="en-US"/>
          </a:p>
        </p:txBody>
      </p:sp>
    </p:spTree>
    <p:extLst>
      <p:ext uri="{BB962C8B-B14F-4D97-AF65-F5344CB8AC3E}">
        <p14:creationId xmlns:p14="http://schemas.microsoft.com/office/powerpoint/2010/main" val="166019681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pPr fontAlgn="base"/>
            <a:r>
              <a:rPr lang="en-US" strike="noStrike" noProof="1"/>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fontAlgn="base"/>
            <a:r>
              <a:rPr lang="en-US" strike="noStrike" noProof="1"/>
              <a:t>Click to edit Master subtitle style</a:t>
            </a:r>
          </a:p>
        </p:txBody>
      </p:sp>
      <p:sp>
        <p:nvSpPr>
          <p:cNvPr id="4" name="Date Placeholder 3"/>
          <p:cNvSpPr>
            <a:spLocks noGrp="1"/>
          </p:cNvSpPr>
          <p:nvPr>
            <p:ph type="dt" sz="half" idx="10"/>
          </p:nvPr>
        </p:nvSpPr>
        <p:spPr/>
        <p:txBody>
          <a:bodyPr/>
          <a:lstStyle/>
          <a:p>
            <a:pPr fontAlgn="base">
              <a:spcBef>
                <a:spcPct val="0"/>
              </a:spcBef>
              <a:spcAft>
                <a:spcPct val="0"/>
              </a:spcAft>
              <a:defRPr/>
            </a:pPr>
            <a:fld id="{74E860EC-E542-457A-B70C-3F9F24F46ECA}" type="datetime1">
              <a:rPr lang="en-US" smtClean="0">
                <a:ea typeface="MS PGothic" panose="020B0600070205080204" pitchFamily="34" charset="-128"/>
              </a:rPr>
              <a:pPr fontAlgn="base">
                <a:spcBef>
                  <a:spcPct val="0"/>
                </a:spcBef>
                <a:spcAft>
                  <a:spcPct val="0"/>
                </a:spcAft>
                <a:defRPr/>
              </a:pPr>
              <a:t>9/15/2025</a:t>
            </a:fld>
            <a:endParaRPr lang="en-US">
              <a:ea typeface="MS PGothic" panose="020B0600070205080204" pitchFamily="34" charset="-128"/>
            </a:endParaRPr>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fontAlgn="base">
              <a:spcBef>
                <a:spcPct val="0"/>
              </a:spcBef>
              <a:spcAft>
                <a:spcPct val="0"/>
              </a:spcAft>
              <a:defRPr/>
            </a:pPr>
            <a:fld id="{B724CBE9-E6DE-4AAC-8453-7697DD7A6035}" type="slidenum">
              <a:rPr lang="en-US" altLang="en-US" smtClean="0">
                <a:ea typeface="MS PGothic" panose="020B0600070205080204" pitchFamily="34" charset="-128"/>
              </a:rPr>
              <a:pPr fontAlgn="base">
                <a:spcBef>
                  <a:spcPct val="0"/>
                </a:spcBef>
                <a:spcAft>
                  <a:spcPct val="0"/>
                </a:spcAft>
                <a:defRPr/>
              </a:pPr>
              <a:t>‹#›</a:t>
            </a:fld>
            <a:endParaRPr lang="en-US" altLang="en-US">
              <a:ea typeface="MS PGothic" panose="020B0600070205080204" pitchFamily="34" charset="-128"/>
            </a:endParaRPr>
          </a:p>
        </p:txBody>
      </p:sp>
    </p:spTree>
    <p:extLst>
      <p:ext uri="{BB962C8B-B14F-4D97-AF65-F5344CB8AC3E}">
        <p14:creationId xmlns:p14="http://schemas.microsoft.com/office/powerpoint/2010/main" val="44833902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strike="noStrike" noProof="1"/>
              <a:t>Click to edit Master title style</a:t>
            </a:r>
          </a:p>
        </p:txBody>
      </p:sp>
      <p:sp>
        <p:nvSpPr>
          <p:cNvPr id="3" name="Content Placeholder 2"/>
          <p:cNvSpPr>
            <a:spLocks noGrp="1"/>
          </p:cNvSpPr>
          <p:nvPr>
            <p:ph idx="1"/>
          </p:nvPr>
        </p:nvSpPr>
        <p:spPr/>
        <p:txBody>
          <a:bodyPr/>
          <a:lstStyle/>
          <a:p>
            <a:pPr lvl="0" fontAlgn="base"/>
            <a:r>
              <a:rPr lang="en-US" strike="noStrike" noProof="1"/>
              <a:t>Click to edit Master text styles</a:t>
            </a:r>
          </a:p>
          <a:p>
            <a:pPr lvl="1" fontAlgn="base"/>
            <a:r>
              <a:rPr lang="en-US" strike="noStrike" noProof="1"/>
              <a:t>Second level</a:t>
            </a:r>
          </a:p>
          <a:p>
            <a:pPr lvl="2" fontAlgn="base"/>
            <a:r>
              <a:rPr lang="en-US" strike="noStrike" noProof="1"/>
              <a:t>Third level</a:t>
            </a:r>
          </a:p>
          <a:p>
            <a:pPr lvl="3" fontAlgn="base"/>
            <a:r>
              <a:rPr lang="en-US" strike="noStrike" noProof="1"/>
              <a:t>Fourth level</a:t>
            </a:r>
          </a:p>
          <a:p>
            <a:pPr lvl="4" fontAlgn="base"/>
            <a:r>
              <a:rPr lang="en-US" strike="noStrike" noProof="1"/>
              <a:t>Fifth level</a:t>
            </a:r>
          </a:p>
        </p:txBody>
      </p:sp>
      <p:sp>
        <p:nvSpPr>
          <p:cNvPr id="4" name="Date Placeholder 3"/>
          <p:cNvSpPr>
            <a:spLocks noGrp="1"/>
          </p:cNvSpPr>
          <p:nvPr>
            <p:ph type="dt" sz="half" idx="10"/>
          </p:nvPr>
        </p:nvSpPr>
        <p:spPr/>
        <p:txBody>
          <a:bodyPr/>
          <a:lstStyle/>
          <a:p>
            <a:pPr fontAlgn="base">
              <a:spcBef>
                <a:spcPct val="0"/>
              </a:spcBef>
              <a:spcAft>
                <a:spcPct val="0"/>
              </a:spcAft>
              <a:defRPr/>
            </a:pPr>
            <a:fld id="{A9287898-D9AE-4049-9D19-ED0B1E1963CA}" type="datetime1">
              <a:rPr lang="en-US" smtClean="0">
                <a:ea typeface="MS PGothic" panose="020B0600070205080204" pitchFamily="34" charset="-128"/>
              </a:rPr>
              <a:pPr fontAlgn="base">
                <a:spcBef>
                  <a:spcPct val="0"/>
                </a:spcBef>
                <a:spcAft>
                  <a:spcPct val="0"/>
                </a:spcAft>
                <a:defRPr/>
              </a:pPr>
              <a:t>9/15/2025</a:t>
            </a:fld>
            <a:endParaRPr lang="en-US">
              <a:ea typeface="MS PGothic" panose="020B0600070205080204" pitchFamily="34" charset="-128"/>
            </a:endParaRPr>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fontAlgn="base">
              <a:spcBef>
                <a:spcPct val="0"/>
              </a:spcBef>
              <a:spcAft>
                <a:spcPct val="0"/>
              </a:spcAft>
              <a:defRPr/>
            </a:pPr>
            <a:fld id="{B724CBE9-E6DE-4AAC-8453-7697DD7A6035}" type="slidenum">
              <a:rPr lang="en-US" altLang="en-US" smtClean="0">
                <a:ea typeface="MS PGothic" panose="020B0600070205080204" pitchFamily="34" charset="-128"/>
              </a:rPr>
              <a:pPr fontAlgn="base">
                <a:spcBef>
                  <a:spcPct val="0"/>
                </a:spcBef>
                <a:spcAft>
                  <a:spcPct val="0"/>
                </a:spcAft>
                <a:defRPr/>
              </a:pPr>
              <a:t>‹#›</a:t>
            </a:fld>
            <a:endParaRPr lang="en-US" altLang="en-US">
              <a:ea typeface="MS PGothic" panose="020B0600070205080204" pitchFamily="34" charset="-128"/>
            </a:endParaRPr>
          </a:p>
        </p:txBody>
      </p:sp>
    </p:spTree>
    <p:extLst>
      <p:ext uri="{BB962C8B-B14F-4D97-AF65-F5344CB8AC3E}">
        <p14:creationId xmlns:p14="http://schemas.microsoft.com/office/powerpoint/2010/main" val="330422581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pPr fontAlgn="base"/>
            <a:r>
              <a:rPr lang="en-US" strike="noStrike" noProof="1"/>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fontAlgn="base"/>
            <a:r>
              <a:rPr lang="en-US" strike="noStrike" noProof="1"/>
              <a:t>Click to edit Master text styles</a:t>
            </a:r>
          </a:p>
        </p:txBody>
      </p:sp>
      <p:sp>
        <p:nvSpPr>
          <p:cNvPr id="4" name="Date Placeholder 3"/>
          <p:cNvSpPr>
            <a:spLocks noGrp="1"/>
          </p:cNvSpPr>
          <p:nvPr>
            <p:ph type="dt" sz="half" idx="10"/>
          </p:nvPr>
        </p:nvSpPr>
        <p:spPr/>
        <p:txBody>
          <a:bodyPr/>
          <a:lstStyle/>
          <a:p>
            <a:pPr fontAlgn="base">
              <a:spcBef>
                <a:spcPct val="0"/>
              </a:spcBef>
              <a:spcAft>
                <a:spcPct val="0"/>
              </a:spcAft>
              <a:defRPr/>
            </a:pPr>
            <a:fld id="{39162D6E-70EE-4FB2-88ED-8A53CBADEAC3}" type="datetime1">
              <a:rPr lang="en-US" smtClean="0">
                <a:ea typeface="MS PGothic" panose="020B0600070205080204" pitchFamily="34" charset="-128"/>
              </a:rPr>
              <a:pPr fontAlgn="base">
                <a:spcBef>
                  <a:spcPct val="0"/>
                </a:spcBef>
                <a:spcAft>
                  <a:spcPct val="0"/>
                </a:spcAft>
                <a:defRPr/>
              </a:pPr>
              <a:t>9/15/2025</a:t>
            </a:fld>
            <a:endParaRPr lang="en-US">
              <a:ea typeface="MS PGothic" panose="020B0600070205080204" pitchFamily="34" charset="-128"/>
            </a:endParaRPr>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fontAlgn="base">
              <a:spcBef>
                <a:spcPct val="0"/>
              </a:spcBef>
              <a:spcAft>
                <a:spcPct val="0"/>
              </a:spcAft>
              <a:defRPr/>
            </a:pPr>
            <a:fld id="{B724CBE9-E6DE-4AAC-8453-7697DD7A6035}" type="slidenum">
              <a:rPr lang="en-US" altLang="en-US" smtClean="0">
                <a:ea typeface="MS PGothic" panose="020B0600070205080204" pitchFamily="34" charset="-128"/>
              </a:rPr>
              <a:pPr fontAlgn="base">
                <a:spcBef>
                  <a:spcPct val="0"/>
                </a:spcBef>
                <a:spcAft>
                  <a:spcPct val="0"/>
                </a:spcAft>
                <a:defRPr/>
              </a:pPr>
              <a:t>‹#›</a:t>
            </a:fld>
            <a:endParaRPr lang="en-US" altLang="en-US">
              <a:ea typeface="MS PGothic" panose="020B0600070205080204" pitchFamily="34" charset="-128"/>
            </a:endParaRPr>
          </a:p>
        </p:txBody>
      </p:sp>
    </p:spTree>
    <p:extLst>
      <p:ext uri="{BB962C8B-B14F-4D97-AF65-F5344CB8AC3E}">
        <p14:creationId xmlns:p14="http://schemas.microsoft.com/office/powerpoint/2010/main" val="418513926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strike="noStrike" noProof="1"/>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en-US" strike="noStrike" noProof="1"/>
              <a:t>Click to edit Master text styles</a:t>
            </a:r>
          </a:p>
          <a:p>
            <a:pPr lvl="1" fontAlgn="base"/>
            <a:r>
              <a:rPr lang="en-US" strike="noStrike" noProof="1"/>
              <a:t>Second level</a:t>
            </a:r>
          </a:p>
          <a:p>
            <a:pPr lvl="2" fontAlgn="base"/>
            <a:r>
              <a:rPr lang="en-US" strike="noStrike" noProof="1"/>
              <a:t>Third level</a:t>
            </a:r>
          </a:p>
          <a:p>
            <a:pPr lvl="3" fontAlgn="base"/>
            <a:r>
              <a:rPr lang="en-US" strike="noStrike" noProof="1"/>
              <a:t>Fourth level</a:t>
            </a:r>
          </a:p>
          <a:p>
            <a:pPr lvl="4" fontAlgn="base"/>
            <a:r>
              <a:rPr lang="en-US" strike="noStrike" noProof="1"/>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en-US" strike="noStrike" noProof="1"/>
              <a:t>Click to edit Master text styles</a:t>
            </a:r>
          </a:p>
          <a:p>
            <a:pPr lvl="1" fontAlgn="base"/>
            <a:r>
              <a:rPr lang="en-US" strike="noStrike" noProof="1"/>
              <a:t>Second level</a:t>
            </a:r>
          </a:p>
          <a:p>
            <a:pPr lvl="2" fontAlgn="base"/>
            <a:r>
              <a:rPr lang="en-US" strike="noStrike" noProof="1"/>
              <a:t>Third level</a:t>
            </a:r>
          </a:p>
          <a:p>
            <a:pPr lvl="3" fontAlgn="base"/>
            <a:r>
              <a:rPr lang="en-US" strike="noStrike" noProof="1"/>
              <a:t>Fourth level</a:t>
            </a:r>
          </a:p>
          <a:p>
            <a:pPr lvl="4" fontAlgn="base"/>
            <a:r>
              <a:rPr lang="en-US" strike="noStrike" noProof="1"/>
              <a:t>Fifth level</a:t>
            </a:r>
          </a:p>
        </p:txBody>
      </p:sp>
      <p:sp>
        <p:nvSpPr>
          <p:cNvPr id="5" name="Date Placeholder 4"/>
          <p:cNvSpPr>
            <a:spLocks noGrp="1"/>
          </p:cNvSpPr>
          <p:nvPr>
            <p:ph type="dt" sz="half" idx="10"/>
          </p:nvPr>
        </p:nvSpPr>
        <p:spPr/>
        <p:txBody>
          <a:bodyPr/>
          <a:lstStyle/>
          <a:p>
            <a:pPr fontAlgn="base">
              <a:spcBef>
                <a:spcPct val="0"/>
              </a:spcBef>
              <a:spcAft>
                <a:spcPct val="0"/>
              </a:spcAft>
              <a:defRPr/>
            </a:pPr>
            <a:fld id="{D3680DC9-3D5C-4B78-93A2-8216A5967CEE}" type="datetime1">
              <a:rPr lang="en-US" smtClean="0">
                <a:ea typeface="MS PGothic" panose="020B0600070205080204" pitchFamily="34" charset="-128"/>
              </a:rPr>
              <a:pPr fontAlgn="base">
                <a:spcBef>
                  <a:spcPct val="0"/>
                </a:spcBef>
                <a:spcAft>
                  <a:spcPct val="0"/>
                </a:spcAft>
                <a:defRPr/>
              </a:pPr>
              <a:t>9/15/2025</a:t>
            </a:fld>
            <a:endParaRPr lang="en-US">
              <a:ea typeface="MS PGothic" panose="020B0600070205080204" pitchFamily="34" charset="-128"/>
            </a:endParaRPr>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fontAlgn="base">
              <a:spcBef>
                <a:spcPct val="0"/>
              </a:spcBef>
              <a:spcAft>
                <a:spcPct val="0"/>
              </a:spcAft>
              <a:defRPr/>
            </a:pPr>
            <a:fld id="{B724CBE9-E6DE-4AAC-8453-7697DD7A6035}" type="slidenum">
              <a:rPr lang="en-US" altLang="en-US" smtClean="0">
                <a:ea typeface="MS PGothic" panose="020B0600070205080204" pitchFamily="34" charset="-128"/>
              </a:rPr>
              <a:pPr fontAlgn="base">
                <a:spcBef>
                  <a:spcPct val="0"/>
                </a:spcBef>
                <a:spcAft>
                  <a:spcPct val="0"/>
                </a:spcAft>
                <a:defRPr/>
              </a:pPr>
              <a:t>‹#›</a:t>
            </a:fld>
            <a:endParaRPr lang="en-US" altLang="en-US">
              <a:ea typeface="MS PGothic" panose="020B0600070205080204" pitchFamily="34" charset="-128"/>
            </a:endParaRPr>
          </a:p>
        </p:txBody>
      </p:sp>
    </p:spTree>
    <p:extLst>
      <p:ext uri="{BB962C8B-B14F-4D97-AF65-F5344CB8AC3E}">
        <p14:creationId xmlns:p14="http://schemas.microsoft.com/office/powerpoint/2010/main" val="95965687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pPr fontAlgn="base"/>
            <a:r>
              <a:rPr lang="en-US" strike="noStrike" noProof="1"/>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en-US" strike="noStrike" noProof="1"/>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en-US" strike="noStrike" noProof="1"/>
              <a:t>Click to edit Master text styles</a:t>
            </a:r>
          </a:p>
          <a:p>
            <a:pPr lvl="1" fontAlgn="base"/>
            <a:r>
              <a:rPr lang="en-US" strike="noStrike" noProof="1"/>
              <a:t>Second level</a:t>
            </a:r>
          </a:p>
          <a:p>
            <a:pPr lvl="2" fontAlgn="base"/>
            <a:r>
              <a:rPr lang="en-US" strike="noStrike" noProof="1"/>
              <a:t>Third level</a:t>
            </a:r>
          </a:p>
          <a:p>
            <a:pPr lvl="3" fontAlgn="base"/>
            <a:r>
              <a:rPr lang="en-US" strike="noStrike" noProof="1"/>
              <a:t>Fourth level</a:t>
            </a:r>
          </a:p>
          <a:p>
            <a:pPr lvl="4" fontAlgn="base"/>
            <a:r>
              <a:rPr lang="en-US" strike="noStrike" noProof="1"/>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en-US" strike="noStrike" noProof="1"/>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en-US" strike="noStrike" noProof="1"/>
              <a:t>Click to edit Master text styles</a:t>
            </a:r>
          </a:p>
          <a:p>
            <a:pPr lvl="1" fontAlgn="base"/>
            <a:r>
              <a:rPr lang="en-US" strike="noStrike" noProof="1"/>
              <a:t>Second level</a:t>
            </a:r>
          </a:p>
          <a:p>
            <a:pPr lvl="2" fontAlgn="base"/>
            <a:r>
              <a:rPr lang="en-US" strike="noStrike" noProof="1"/>
              <a:t>Third level</a:t>
            </a:r>
          </a:p>
          <a:p>
            <a:pPr lvl="3" fontAlgn="base"/>
            <a:r>
              <a:rPr lang="en-US" strike="noStrike" noProof="1"/>
              <a:t>Fourth level</a:t>
            </a:r>
          </a:p>
          <a:p>
            <a:pPr lvl="4" fontAlgn="base"/>
            <a:r>
              <a:rPr lang="en-US" strike="noStrike" noProof="1"/>
              <a:t>Fifth level</a:t>
            </a:r>
          </a:p>
        </p:txBody>
      </p:sp>
      <p:sp>
        <p:nvSpPr>
          <p:cNvPr id="7" name="Date Placeholder 6"/>
          <p:cNvSpPr>
            <a:spLocks noGrp="1"/>
          </p:cNvSpPr>
          <p:nvPr>
            <p:ph type="dt" sz="half" idx="10"/>
          </p:nvPr>
        </p:nvSpPr>
        <p:spPr/>
        <p:txBody>
          <a:bodyPr/>
          <a:lstStyle/>
          <a:p>
            <a:pPr fontAlgn="base">
              <a:spcBef>
                <a:spcPct val="0"/>
              </a:spcBef>
              <a:spcAft>
                <a:spcPct val="0"/>
              </a:spcAft>
              <a:defRPr/>
            </a:pPr>
            <a:fld id="{BB9EE8C9-0B5D-4609-8390-6AA8549DB10F}" type="datetime1">
              <a:rPr lang="en-US" smtClean="0">
                <a:ea typeface="MS PGothic" panose="020B0600070205080204" pitchFamily="34" charset="-128"/>
              </a:rPr>
              <a:pPr fontAlgn="base">
                <a:spcBef>
                  <a:spcPct val="0"/>
                </a:spcBef>
                <a:spcAft>
                  <a:spcPct val="0"/>
                </a:spcAft>
                <a:defRPr/>
              </a:pPr>
              <a:t>9/15/2025</a:t>
            </a:fld>
            <a:endParaRPr lang="en-US">
              <a:ea typeface="MS PGothic" panose="020B0600070205080204" pitchFamily="34" charset="-128"/>
            </a:endParaRPr>
          </a:p>
        </p:txBody>
      </p:sp>
      <p:sp>
        <p:nvSpPr>
          <p:cNvPr id="8" name="Footer Placeholder 7"/>
          <p:cNvSpPr>
            <a:spLocks noGrp="1"/>
          </p:cNvSpPr>
          <p:nvPr>
            <p:ph type="ftr" sz="quarter" idx="11"/>
          </p:nvPr>
        </p:nvSpPr>
        <p:spPr/>
        <p:txBody>
          <a:bodyPr/>
          <a:lstStyle/>
          <a:p>
            <a:pPr>
              <a:defRPr/>
            </a:pPr>
            <a:endParaRPr lang="en-US"/>
          </a:p>
        </p:txBody>
      </p:sp>
      <p:sp>
        <p:nvSpPr>
          <p:cNvPr id="9" name="Slide Number Placeholder 8"/>
          <p:cNvSpPr>
            <a:spLocks noGrp="1"/>
          </p:cNvSpPr>
          <p:nvPr>
            <p:ph type="sldNum" sz="quarter" idx="12"/>
          </p:nvPr>
        </p:nvSpPr>
        <p:spPr/>
        <p:txBody>
          <a:bodyPr/>
          <a:lstStyle/>
          <a:p>
            <a:pPr fontAlgn="base">
              <a:spcBef>
                <a:spcPct val="0"/>
              </a:spcBef>
              <a:spcAft>
                <a:spcPct val="0"/>
              </a:spcAft>
              <a:defRPr/>
            </a:pPr>
            <a:fld id="{B724CBE9-E6DE-4AAC-8453-7697DD7A6035}" type="slidenum">
              <a:rPr lang="en-US" altLang="en-US" smtClean="0">
                <a:ea typeface="MS PGothic" panose="020B0600070205080204" pitchFamily="34" charset="-128"/>
              </a:rPr>
              <a:pPr fontAlgn="base">
                <a:spcBef>
                  <a:spcPct val="0"/>
                </a:spcBef>
                <a:spcAft>
                  <a:spcPct val="0"/>
                </a:spcAft>
                <a:defRPr/>
              </a:pPr>
              <a:t>‹#›</a:t>
            </a:fld>
            <a:endParaRPr lang="en-US" altLang="en-US">
              <a:ea typeface="MS PGothic" panose="020B0600070205080204" pitchFamily="34" charset="-128"/>
            </a:endParaRPr>
          </a:p>
        </p:txBody>
      </p:sp>
    </p:spTree>
    <p:extLst>
      <p:ext uri="{BB962C8B-B14F-4D97-AF65-F5344CB8AC3E}">
        <p14:creationId xmlns:p14="http://schemas.microsoft.com/office/powerpoint/2010/main" val="178005363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strike="noStrike" noProof="1"/>
              <a:t>Click to edit Master title style</a:t>
            </a:r>
          </a:p>
        </p:txBody>
      </p:sp>
      <p:sp>
        <p:nvSpPr>
          <p:cNvPr id="3" name="Date Placeholder 2"/>
          <p:cNvSpPr>
            <a:spLocks noGrp="1"/>
          </p:cNvSpPr>
          <p:nvPr>
            <p:ph type="dt" sz="half" idx="10"/>
          </p:nvPr>
        </p:nvSpPr>
        <p:spPr/>
        <p:txBody>
          <a:bodyPr/>
          <a:lstStyle/>
          <a:p>
            <a:pPr fontAlgn="base">
              <a:spcBef>
                <a:spcPct val="0"/>
              </a:spcBef>
              <a:spcAft>
                <a:spcPct val="0"/>
              </a:spcAft>
              <a:defRPr/>
            </a:pPr>
            <a:fld id="{DCD4ABCE-EACE-4151-B61F-945E2463617C}" type="datetime1">
              <a:rPr lang="en-US" smtClean="0">
                <a:ea typeface="MS PGothic" panose="020B0600070205080204" pitchFamily="34" charset="-128"/>
              </a:rPr>
              <a:pPr fontAlgn="base">
                <a:spcBef>
                  <a:spcPct val="0"/>
                </a:spcBef>
                <a:spcAft>
                  <a:spcPct val="0"/>
                </a:spcAft>
                <a:defRPr/>
              </a:pPr>
              <a:t>9/15/2025</a:t>
            </a:fld>
            <a:endParaRPr lang="en-US">
              <a:ea typeface="MS PGothic" panose="020B0600070205080204" pitchFamily="34" charset="-128"/>
            </a:endParaRPr>
          </a:p>
        </p:txBody>
      </p:sp>
      <p:sp>
        <p:nvSpPr>
          <p:cNvPr id="4" name="Footer Placeholder 3"/>
          <p:cNvSpPr>
            <a:spLocks noGrp="1"/>
          </p:cNvSpPr>
          <p:nvPr>
            <p:ph type="ftr" sz="quarter" idx="11"/>
          </p:nvPr>
        </p:nvSpPr>
        <p:spPr/>
        <p:txBody>
          <a:bodyPr/>
          <a:lstStyle/>
          <a:p>
            <a:pPr>
              <a:defRPr/>
            </a:pPr>
            <a:endParaRPr lang="en-US"/>
          </a:p>
        </p:txBody>
      </p:sp>
      <p:sp>
        <p:nvSpPr>
          <p:cNvPr id="5" name="Slide Number Placeholder 4"/>
          <p:cNvSpPr>
            <a:spLocks noGrp="1"/>
          </p:cNvSpPr>
          <p:nvPr>
            <p:ph type="sldNum" sz="quarter" idx="12"/>
          </p:nvPr>
        </p:nvSpPr>
        <p:spPr/>
        <p:txBody>
          <a:bodyPr/>
          <a:lstStyle/>
          <a:p>
            <a:pPr fontAlgn="base">
              <a:spcBef>
                <a:spcPct val="0"/>
              </a:spcBef>
              <a:spcAft>
                <a:spcPct val="0"/>
              </a:spcAft>
              <a:defRPr/>
            </a:pPr>
            <a:fld id="{B724CBE9-E6DE-4AAC-8453-7697DD7A6035}" type="slidenum">
              <a:rPr lang="en-US" altLang="en-US" smtClean="0">
                <a:ea typeface="MS PGothic" panose="020B0600070205080204" pitchFamily="34" charset="-128"/>
              </a:rPr>
              <a:pPr fontAlgn="base">
                <a:spcBef>
                  <a:spcPct val="0"/>
                </a:spcBef>
                <a:spcAft>
                  <a:spcPct val="0"/>
                </a:spcAft>
                <a:defRPr/>
              </a:pPr>
              <a:t>‹#›</a:t>
            </a:fld>
            <a:endParaRPr lang="en-US" altLang="en-US">
              <a:ea typeface="MS PGothic" panose="020B0600070205080204" pitchFamily="34" charset="-128"/>
            </a:endParaRPr>
          </a:p>
        </p:txBody>
      </p:sp>
    </p:spTree>
    <p:extLst>
      <p:ext uri="{BB962C8B-B14F-4D97-AF65-F5344CB8AC3E}">
        <p14:creationId xmlns:p14="http://schemas.microsoft.com/office/powerpoint/2010/main" val="381732207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fontAlgn="base">
              <a:spcBef>
                <a:spcPct val="0"/>
              </a:spcBef>
              <a:spcAft>
                <a:spcPct val="0"/>
              </a:spcAft>
              <a:defRPr/>
            </a:pPr>
            <a:fld id="{CDF28FB7-0FB9-463E-BF45-7E2885595341}" type="datetime1">
              <a:rPr lang="en-US" smtClean="0">
                <a:ea typeface="MS PGothic" panose="020B0600070205080204" pitchFamily="34" charset="-128"/>
              </a:rPr>
              <a:pPr fontAlgn="base">
                <a:spcBef>
                  <a:spcPct val="0"/>
                </a:spcBef>
                <a:spcAft>
                  <a:spcPct val="0"/>
                </a:spcAft>
                <a:defRPr/>
              </a:pPr>
              <a:t>9/15/2025</a:t>
            </a:fld>
            <a:endParaRPr lang="en-US">
              <a:ea typeface="MS PGothic" panose="020B0600070205080204" pitchFamily="34" charset="-128"/>
            </a:endParaRPr>
          </a:p>
        </p:txBody>
      </p:sp>
      <p:sp>
        <p:nvSpPr>
          <p:cNvPr id="3" name="Footer Placeholder 2"/>
          <p:cNvSpPr>
            <a:spLocks noGrp="1"/>
          </p:cNvSpPr>
          <p:nvPr>
            <p:ph type="ftr" sz="quarter" idx="11"/>
          </p:nvPr>
        </p:nvSpPr>
        <p:spPr/>
        <p:txBody>
          <a:bodyPr/>
          <a:lstStyle/>
          <a:p>
            <a:pPr>
              <a:defRPr/>
            </a:pPr>
            <a:endParaRPr lang="en-US"/>
          </a:p>
        </p:txBody>
      </p:sp>
      <p:sp>
        <p:nvSpPr>
          <p:cNvPr id="4" name="Slide Number Placeholder 3"/>
          <p:cNvSpPr>
            <a:spLocks noGrp="1"/>
          </p:cNvSpPr>
          <p:nvPr>
            <p:ph type="sldNum" sz="quarter" idx="12"/>
          </p:nvPr>
        </p:nvSpPr>
        <p:spPr/>
        <p:txBody>
          <a:bodyPr/>
          <a:lstStyle/>
          <a:p>
            <a:pPr fontAlgn="base">
              <a:spcBef>
                <a:spcPct val="0"/>
              </a:spcBef>
              <a:spcAft>
                <a:spcPct val="0"/>
              </a:spcAft>
              <a:defRPr/>
            </a:pPr>
            <a:fld id="{B724CBE9-E6DE-4AAC-8453-7697DD7A6035}" type="slidenum">
              <a:rPr lang="en-US" altLang="en-US" smtClean="0">
                <a:ea typeface="MS PGothic" panose="020B0600070205080204" pitchFamily="34" charset="-128"/>
              </a:rPr>
              <a:pPr fontAlgn="base">
                <a:spcBef>
                  <a:spcPct val="0"/>
                </a:spcBef>
                <a:spcAft>
                  <a:spcPct val="0"/>
                </a:spcAft>
                <a:defRPr/>
              </a:pPr>
              <a:t>‹#›</a:t>
            </a:fld>
            <a:endParaRPr lang="en-US" altLang="en-US">
              <a:ea typeface="MS PGothic" panose="020B0600070205080204" pitchFamily="34" charset="-128"/>
            </a:endParaRPr>
          </a:p>
        </p:txBody>
      </p:sp>
    </p:spTree>
    <p:extLst>
      <p:ext uri="{BB962C8B-B14F-4D97-AF65-F5344CB8AC3E}">
        <p14:creationId xmlns:p14="http://schemas.microsoft.com/office/powerpoint/2010/main" val="153064722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pPr fontAlgn="base"/>
            <a:r>
              <a:rPr lang="en-US" strike="noStrike" noProof="1"/>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en-US" strike="noStrike" noProof="1"/>
              <a:t>Click to edit Master text styles</a:t>
            </a:r>
          </a:p>
          <a:p>
            <a:pPr lvl="1" fontAlgn="base"/>
            <a:r>
              <a:rPr lang="en-US" strike="noStrike" noProof="1"/>
              <a:t>Second level</a:t>
            </a:r>
          </a:p>
          <a:p>
            <a:pPr lvl="2" fontAlgn="base"/>
            <a:r>
              <a:rPr lang="en-US" strike="noStrike" noProof="1"/>
              <a:t>Third level</a:t>
            </a:r>
          </a:p>
          <a:p>
            <a:pPr lvl="3" fontAlgn="base"/>
            <a:r>
              <a:rPr lang="en-US" strike="noStrike" noProof="1"/>
              <a:t>Fourth level</a:t>
            </a:r>
          </a:p>
          <a:p>
            <a:pPr lvl="4" fontAlgn="base"/>
            <a:r>
              <a:rPr lang="en-US" strike="noStrike" noProof="1"/>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en-US" strike="noStrike" noProof="1"/>
              <a:t>Click to edit Master text styles</a:t>
            </a:r>
          </a:p>
        </p:txBody>
      </p:sp>
      <p:sp>
        <p:nvSpPr>
          <p:cNvPr id="5" name="Date Placeholder 4"/>
          <p:cNvSpPr>
            <a:spLocks noGrp="1"/>
          </p:cNvSpPr>
          <p:nvPr>
            <p:ph type="dt" sz="half" idx="10"/>
          </p:nvPr>
        </p:nvSpPr>
        <p:spPr/>
        <p:txBody>
          <a:bodyPr/>
          <a:lstStyle/>
          <a:p>
            <a:pPr fontAlgn="base">
              <a:spcBef>
                <a:spcPct val="0"/>
              </a:spcBef>
              <a:spcAft>
                <a:spcPct val="0"/>
              </a:spcAft>
              <a:defRPr/>
            </a:pPr>
            <a:fld id="{68F30A16-9233-43B3-A274-11457D04124B}" type="datetime1">
              <a:rPr lang="en-US" smtClean="0">
                <a:ea typeface="MS PGothic" panose="020B0600070205080204" pitchFamily="34" charset="-128"/>
              </a:rPr>
              <a:pPr fontAlgn="base">
                <a:spcBef>
                  <a:spcPct val="0"/>
                </a:spcBef>
                <a:spcAft>
                  <a:spcPct val="0"/>
                </a:spcAft>
                <a:defRPr/>
              </a:pPr>
              <a:t>9/15/2025</a:t>
            </a:fld>
            <a:endParaRPr lang="en-US">
              <a:ea typeface="MS PGothic" panose="020B0600070205080204" pitchFamily="34" charset="-128"/>
            </a:endParaRPr>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fontAlgn="base">
              <a:spcBef>
                <a:spcPct val="0"/>
              </a:spcBef>
              <a:spcAft>
                <a:spcPct val="0"/>
              </a:spcAft>
              <a:defRPr/>
            </a:pPr>
            <a:fld id="{B724CBE9-E6DE-4AAC-8453-7697DD7A6035}" type="slidenum">
              <a:rPr lang="en-US" altLang="en-US" smtClean="0">
                <a:ea typeface="MS PGothic" panose="020B0600070205080204" pitchFamily="34" charset="-128"/>
              </a:rPr>
              <a:pPr fontAlgn="base">
                <a:spcBef>
                  <a:spcPct val="0"/>
                </a:spcBef>
                <a:spcAft>
                  <a:spcPct val="0"/>
                </a:spcAft>
                <a:defRPr/>
              </a:pPr>
              <a:t>‹#›</a:t>
            </a:fld>
            <a:endParaRPr lang="en-US" altLang="en-US">
              <a:ea typeface="MS PGothic" panose="020B0600070205080204" pitchFamily="34" charset="-128"/>
            </a:endParaRPr>
          </a:p>
        </p:txBody>
      </p:sp>
    </p:spTree>
    <p:extLst>
      <p:ext uri="{BB962C8B-B14F-4D97-AF65-F5344CB8AC3E}">
        <p14:creationId xmlns:p14="http://schemas.microsoft.com/office/powerpoint/2010/main" val="246597996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pPr fontAlgn="base"/>
            <a:r>
              <a:rPr lang="en-US" strike="noStrike" noProof="1"/>
              <a:t>Click to edit Master title style</a:t>
            </a:r>
          </a:p>
        </p:txBody>
      </p:sp>
      <p:sp>
        <p:nvSpPr>
          <p:cNvPr id="3" name="Picture Placeholder 2"/>
          <p:cNvSpPr>
            <a:spLocks noGrp="1"/>
          </p:cNvSpPr>
          <p:nvPr>
            <p:ph type="pic" idx="1"/>
          </p:nvPr>
        </p:nvSpPr>
        <p:spPr>
          <a:xfrm>
            <a:off x="2389717" y="612775"/>
            <a:ext cx="7315200" cy="4114800"/>
          </a:xfrm>
        </p:spPr>
        <p:txBody>
          <a:bodyPr vert="horz" wrap="square" lIns="91440" tIns="45720" rIns="91440" bIns="45720" numCol="1" rtlCol="0" anchor="t" anchorCtr="0" compatLnSpc="1">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en-US" sz="3200" b="0" i="0" u="none" strike="noStrike" kern="1200" cap="none" spc="0" normalizeH="0" baseline="0" noProof="0">
              <a:ln>
                <a:noFill/>
              </a:ln>
              <a:solidFill>
                <a:schemeClr val="tx1"/>
              </a:solidFill>
              <a:effectLst/>
              <a:uLnTx/>
              <a:uFillTx/>
              <a:latin typeface="+mn-lt"/>
              <a:ea typeface="MS PGothic" panose="020B0600070205080204" pitchFamily="34" charset="-128"/>
              <a:cs typeface="+mn-cs"/>
            </a:endParaRPr>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en-US" strike="noStrike" noProof="1"/>
              <a:t>Click to edit Master text styles</a:t>
            </a:r>
          </a:p>
        </p:txBody>
      </p:sp>
      <p:sp>
        <p:nvSpPr>
          <p:cNvPr id="5" name="Date Placeholder 4"/>
          <p:cNvSpPr>
            <a:spLocks noGrp="1"/>
          </p:cNvSpPr>
          <p:nvPr>
            <p:ph type="dt" sz="half" idx="10"/>
          </p:nvPr>
        </p:nvSpPr>
        <p:spPr/>
        <p:txBody>
          <a:bodyPr/>
          <a:lstStyle/>
          <a:p>
            <a:pPr fontAlgn="base">
              <a:spcBef>
                <a:spcPct val="0"/>
              </a:spcBef>
              <a:spcAft>
                <a:spcPct val="0"/>
              </a:spcAft>
              <a:defRPr/>
            </a:pPr>
            <a:fld id="{E8677AB9-B3E0-47F2-91D3-109594D79C4B}" type="datetime1">
              <a:rPr lang="en-US" smtClean="0">
                <a:ea typeface="MS PGothic" panose="020B0600070205080204" pitchFamily="34" charset="-128"/>
              </a:rPr>
              <a:pPr fontAlgn="base">
                <a:spcBef>
                  <a:spcPct val="0"/>
                </a:spcBef>
                <a:spcAft>
                  <a:spcPct val="0"/>
                </a:spcAft>
                <a:defRPr/>
              </a:pPr>
              <a:t>9/15/2025</a:t>
            </a:fld>
            <a:endParaRPr lang="en-US">
              <a:ea typeface="MS PGothic" panose="020B0600070205080204" pitchFamily="34" charset="-128"/>
            </a:endParaRPr>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fontAlgn="base">
              <a:spcBef>
                <a:spcPct val="0"/>
              </a:spcBef>
              <a:spcAft>
                <a:spcPct val="0"/>
              </a:spcAft>
              <a:defRPr/>
            </a:pPr>
            <a:fld id="{B724CBE9-E6DE-4AAC-8453-7697DD7A6035}" type="slidenum">
              <a:rPr lang="en-US" altLang="en-US" smtClean="0">
                <a:ea typeface="MS PGothic" panose="020B0600070205080204" pitchFamily="34" charset="-128"/>
              </a:rPr>
              <a:pPr fontAlgn="base">
                <a:spcBef>
                  <a:spcPct val="0"/>
                </a:spcBef>
                <a:spcAft>
                  <a:spcPct val="0"/>
                </a:spcAft>
                <a:defRPr/>
              </a:pPr>
              <a:t>‹#›</a:t>
            </a:fld>
            <a:endParaRPr lang="en-US" altLang="en-US">
              <a:ea typeface="MS PGothic" panose="020B0600070205080204" pitchFamily="34" charset="-128"/>
            </a:endParaRPr>
          </a:p>
        </p:txBody>
      </p:sp>
    </p:spTree>
    <p:extLst>
      <p:ext uri="{BB962C8B-B14F-4D97-AF65-F5344CB8AC3E}">
        <p14:creationId xmlns:p14="http://schemas.microsoft.com/office/powerpoint/2010/main" val="61943193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strike="noStrike" noProof="1"/>
              <a:t>Click to edit Master title style</a:t>
            </a:r>
          </a:p>
        </p:txBody>
      </p:sp>
      <p:sp>
        <p:nvSpPr>
          <p:cNvPr id="3" name="Vertical Text Placeholder 2"/>
          <p:cNvSpPr>
            <a:spLocks noGrp="1"/>
          </p:cNvSpPr>
          <p:nvPr>
            <p:ph type="body" orient="vert" idx="1"/>
          </p:nvPr>
        </p:nvSpPr>
        <p:spPr/>
        <p:txBody>
          <a:bodyPr vert="eaVert"/>
          <a:lstStyle/>
          <a:p>
            <a:pPr lvl="0" fontAlgn="base"/>
            <a:r>
              <a:rPr lang="en-US" strike="noStrike" noProof="1"/>
              <a:t>Click to edit Master text styles</a:t>
            </a:r>
          </a:p>
          <a:p>
            <a:pPr lvl="1" fontAlgn="base"/>
            <a:r>
              <a:rPr lang="en-US" strike="noStrike" noProof="1"/>
              <a:t>Second level</a:t>
            </a:r>
          </a:p>
          <a:p>
            <a:pPr lvl="2" fontAlgn="base"/>
            <a:r>
              <a:rPr lang="en-US" strike="noStrike" noProof="1"/>
              <a:t>Third level</a:t>
            </a:r>
          </a:p>
          <a:p>
            <a:pPr lvl="3" fontAlgn="base"/>
            <a:r>
              <a:rPr lang="en-US" strike="noStrike" noProof="1"/>
              <a:t>Fourth level</a:t>
            </a:r>
          </a:p>
          <a:p>
            <a:pPr lvl="4" fontAlgn="base"/>
            <a:r>
              <a:rPr lang="en-US" strike="noStrike" noProof="1"/>
              <a:t>Fifth level</a:t>
            </a:r>
          </a:p>
        </p:txBody>
      </p:sp>
      <p:sp>
        <p:nvSpPr>
          <p:cNvPr id="4" name="Date Placeholder 3"/>
          <p:cNvSpPr>
            <a:spLocks noGrp="1"/>
          </p:cNvSpPr>
          <p:nvPr>
            <p:ph type="dt" sz="half" idx="10"/>
          </p:nvPr>
        </p:nvSpPr>
        <p:spPr/>
        <p:txBody>
          <a:bodyPr/>
          <a:lstStyle/>
          <a:p>
            <a:pPr fontAlgn="base">
              <a:spcBef>
                <a:spcPct val="0"/>
              </a:spcBef>
              <a:spcAft>
                <a:spcPct val="0"/>
              </a:spcAft>
              <a:defRPr/>
            </a:pPr>
            <a:fld id="{A7F2A97E-5CE7-416F-AB2B-5750179EE4FB}" type="datetime1">
              <a:rPr lang="en-US" smtClean="0">
                <a:ea typeface="MS PGothic" panose="020B0600070205080204" pitchFamily="34" charset="-128"/>
              </a:rPr>
              <a:pPr fontAlgn="base">
                <a:spcBef>
                  <a:spcPct val="0"/>
                </a:spcBef>
                <a:spcAft>
                  <a:spcPct val="0"/>
                </a:spcAft>
                <a:defRPr/>
              </a:pPr>
              <a:t>9/15/2025</a:t>
            </a:fld>
            <a:endParaRPr lang="en-US">
              <a:ea typeface="MS PGothic" panose="020B0600070205080204" pitchFamily="34" charset="-128"/>
            </a:endParaRPr>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fontAlgn="base">
              <a:spcBef>
                <a:spcPct val="0"/>
              </a:spcBef>
              <a:spcAft>
                <a:spcPct val="0"/>
              </a:spcAft>
              <a:defRPr/>
            </a:pPr>
            <a:fld id="{B724CBE9-E6DE-4AAC-8453-7697DD7A6035}" type="slidenum">
              <a:rPr lang="en-US" altLang="en-US" smtClean="0">
                <a:ea typeface="MS PGothic" panose="020B0600070205080204" pitchFamily="34" charset="-128"/>
              </a:rPr>
              <a:pPr fontAlgn="base">
                <a:spcBef>
                  <a:spcPct val="0"/>
                </a:spcBef>
                <a:spcAft>
                  <a:spcPct val="0"/>
                </a:spcAft>
                <a:defRPr/>
              </a:pPr>
              <a:t>‹#›</a:t>
            </a:fld>
            <a:endParaRPr lang="en-US" altLang="en-US">
              <a:ea typeface="MS PGothic" panose="020B0600070205080204" pitchFamily="34" charset="-128"/>
            </a:endParaRPr>
          </a:p>
        </p:txBody>
      </p:sp>
    </p:spTree>
    <p:extLst>
      <p:ext uri="{BB962C8B-B14F-4D97-AF65-F5344CB8AC3E}">
        <p14:creationId xmlns:p14="http://schemas.microsoft.com/office/powerpoint/2010/main" val="286071277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pPr fontAlgn="base"/>
            <a:r>
              <a:rPr lang="en-US" strike="noStrike" noProof="1"/>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fontAlgn="base"/>
            <a:r>
              <a:rPr lang="en-US" strike="noStrike" noProof="1"/>
              <a:t>Click to edit Master text styles</a:t>
            </a:r>
          </a:p>
          <a:p>
            <a:pPr lvl="1" fontAlgn="base"/>
            <a:r>
              <a:rPr lang="en-US" strike="noStrike" noProof="1"/>
              <a:t>Second level</a:t>
            </a:r>
          </a:p>
          <a:p>
            <a:pPr lvl="2" fontAlgn="base"/>
            <a:r>
              <a:rPr lang="en-US" strike="noStrike" noProof="1"/>
              <a:t>Third level</a:t>
            </a:r>
          </a:p>
          <a:p>
            <a:pPr lvl="3" fontAlgn="base"/>
            <a:r>
              <a:rPr lang="en-US" strike="noStrike" noProof="1"/>
              <a:t>Fourth level</a:t>
            </a:r>
          </a:p>
          <a:p>
            <a:pPr lvl="4" fontAlgn="base"/>
            <a:r>
              <a:rPr lang="en-US" strike="noStrike" noProof="1"/>
              <a:t>Fifth level</a:t>
            </a:r>
          </a:p>
        </p:txBody>
      </p:sp>
      <p:sp>
        <p:nvSpPr>
          <p:cNvPr id="4" name="Date Placeholder 3"/>
          <p:cNvSpPr>
            <a:spLocks noGrp="1"/>
          </p:cNvSpPr>
          <p:nvPr>
            <p:ph type="dt" sz="half" idx="10"/>
          </p:nvPr>
        </p:nvSpPr>
        <p:spPr/>
        <p:txBody>
          <a:bodyPr/>
          <a:lstStyle/>
          <a:p>
            <a:pPr fontAlgn="base">
              <a:spcBef>
                <a:spcPct val="0"/>
              </a:spcBef>
              <a:spcAft>
                <a:spcPct val="0"/>
              </a:spcAft>
              <a:defRPr/>
            </a:pPr>
            <a:fld id="{A6E4A193-398A-4DA3-ABE0-39035D81DE08}" type="datetime1">
              <a:rPr lang="en-US" smtClean="0">
                <a:ea typeface="MS PGothic" panose="020B0600070205080204" pitchFamily="34" charset="-128"/>
              </a:rPr>
              <a:pPr fontAlgn="base">
                <a:spcBef>
                  <a:spcPct val="0"/>
                </a:spcBef>
                <a:spcAft>
                  <a:spcPct val="0"/>
                </a:spcAft>
                <a:defRPr/>
              </a:pPr>
              <a:t>9/15/2025</a:t>
            </a:fld>
            <a:endParaRPr lang="en-US">
              <a:ea typeface="MS PGothic" panose="020B0600070205080204" pitchFamily="34" charset="-128"/>
            </a:endParaRPr>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fontAlgn="base">
              <a:spcBef>
                <a:spcPct val="0"/>
              </a:spcBef>
              <a:spcAft>
                <a:spcPct val="0"/>
              </a:spcAft>
              <a:defRPr/>
            </a:pPr>
            <a:fld id="{B724CBE9-E6DE-4AAC-8453-7697DD7A6035}" type="slidenum">
              <a:rPr lang="en-US" altLang="en-US" smtClean="0">
                <a:ea typeface="MS PGothic" panose="020B0600070205080204" pitchFamily="34" charset="-128"/>
              </a:rPr>
              <a:pPr fontAlgn="base">
                <a:spcBef>
                  <a:spcPct val="0"/>
                </a:spcBef>
                <a:spcAft>
                  <a:spcPct val="0"/>
                </a:spcAft>
                <a:defRPr/>
              </a:pPr>
              <a:t>‹#›</a:t>
            </a:fld>
            <a:endParaRPr lang="en-US" altLang="en-US">
              <a:ea typeface="MS PGothic" panose="020B0600070205080204" pitchFamily="34" charset="-128"/>
            </a:endParaRPr>
          </a:p>
        </p:txBody>
      </p:sp>
    </p:spTree>
    <p:extLst>
      <p:ext uri="{BB962C8B-B14F-4D97-AF65-F5344CB8AC3E}">
        <p14:creationId xmlns:p14="http://schemas.microsoft.com/office/powerpoint/2010/main" val="24045277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jpe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E749AA-DFC1-412B-8D1A-31ABB7D916F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9CA5D24-207D-F318-C215-A84F996DFEC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DCF0A67-ABB6-4314-7B8E-00F52B15C83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10901DB-E840-4150-8207-866BDD25D22F}" type="datetimeFigureOut">
              <a:rPr lang="en-US" smtClean="0"/>
              <a:t>9/15/2025</a:t>
            </a:fld>
            <a:endParaRPr lang="en-US"/>
          </a:p>
        </p:txBody>
      </p:sp>
      <p:sp>
        <p:nvSpPr>
          <p:cNvPr id="5" name="Footer Placeholder 4">
            <a:extLst>
              <a:ext uri="{FF2B5EF4-FFF2-40B4-BE49-F238E27FC236}">
                <a16:creationId xmlns:a16="http://schemas.microsoft.com/office/drawing/2014/main" id="{1A1418D7-FCBF-5B99-17E2-6C586E07222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5FCDC88-7F57-5757-67CB-EED58993590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41024BC-5968-4735-8D30-B72DEF6BE683}" type="slidenum">
              <a:rPr lang="en-US" smtClean="0"/>
              <a:t>‹#›</a:t>
            </a:fld>
            <a:endParaRPr lang="en-US"/>
          </a:p>
        </p:txBody>
      </p:sp>
    </p:spTree>
    <p:extLst>
      <p:ext uri="{BB962C8B-B14F-4D97-AF65-F5344CB8AC3E}">
        <p14:creationId xmlns:p14="http://schemas.microsoft.com/office/powerpoint/2010/main" val="30118941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rotWithShape="0">
          <a:blip r:embed="rId13"/>
          <a:stretch>
            <a:fillRect/>
          </a:stretch>
        </a:blip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a:xfrm>
            <a:off x="609600" y="274638"/>
            <a:ext cx="10972800" cy="1143000"/>
          </a:xfrm>
          <a:prstGeom prst="rect">
            <a:avLst/>
          </a:prstGeom>
          <a:noFill/>
          <a:ln w="9525">
            <a:noFill/>
          </a:ln>
        </p:spPr>
        <p:txBody>
          <a:bodyPr anchor="ctr" anchorCtr="0"/>
          <a:lstStyle/>
          <a:p>
            <a:pPr lvl="0"/>
            <a:r>
              <a:rPr lang="en-US" altLang="en-US" dirty="0"/>
              <a:t>Click to edit Master title style</a:t>
            </a:r>
          </a:p>
        </p:txBody>
      </p:sp>
      <p:sp>
        <p:nvSpPr>
          <p:cNvPr id="1027" name="Text Placeholder 2"/>
          <p:cNvSpPr>
            <a:spLocks noGrp="1"/>
          </p:cNvSpPr>
          <p:nvPr>
            <p:ph type="body"/>
          </p:nvPr>
        </p:nvSpPr>
        <p:spPr>
          <a:xfrm>
            <a:off x="609600" y="1600201"/>
            <a:ext cx="10972800" cy="4525963"/>
          </a:xfrm>
          <a:prstGeom prst="rect">
            <a:avLst/>
          </a:prstGeom>
          <a:noFill/>
          <a:ln w="9525">
            <a:noFill/>
          </a:ln>
        </p:spPr>
        <p:txBody>
          <a:bodyPr anchor="t" anchorCtr="0"/>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wrap="square" lIns="91440" tIns="45720" rIns="91440" bIns="45720" numCol="1" anchor="ctr" anchorCtr="0" compatLnSpc="1"/>
          <a:lstStyle>
            <a:lvl1pPr eaLnBrk="1" hangingPunct="1">
              <a:defRPr sz="1200">
                <a:solidFill>
                  <a:srgbClr val="898989"/>
                </a:solidFill>
              </a:defRPr>
            </a:lvl1pPr>
          </a:lstStyle>
          <a:p>
            <a:pPr fontAlgn="base">
              <a:spcBef>
                <a:spcPct val="0"/>
              </a:spcBef>
              <a:spcAft>
                <a:spcPct val="0"/>
              </a:spcAft>
              <a:defRPr/>
            </a:pPr>
            <a:fld id="{AE91B204-41D7-48AE-A13E-6E23B3D8CB2B}" type="datetime1">
              <a:rPr lang="en-US" smtClean="0">
                <a:ea typeface="MS PGothic" panose="020B0600070205080204" pitchFamily="34" charset="-128"/>
              </a:rPr>
              <a:pPr fontAlgn="base">
                <a:spcBef>
                  <a:spcPct val="0"/>
                </a:spcBef>
                <a:spcAft>
                  <a:spcPct val="0"/>
                </a:spcAft>
                <a:defRPr/>
              </a:pPr>
              <a:t>9/15/2025</a:t>
            </a:fld>
            <a:endParaRPr lang="en-US">
              <a:ea typeface="MS PGothic" panose="020B0600070205080204" pitchFamily="34" charset="-128"/>
            </a:endParaRPr>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ea typeface="+mn-ea"/>
                <a:cs typeface="+mn-cs"/>
              </a:defRPr>
            </a:lvl1pPr>
          </a:lstStyle>
          <a:p>
            <a:pPr>
              <a:defRPr/>
            </a:pPr>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wrap="square" lIns="91440" tIns="45720" rIns="91440" bIns="45720" numCol="1" anchor="ctr" anchorCtr="0" compatLnSpc="1"/>
          <a:lstStyle>
            <a:lvl1pPr algn="r" eaLnBrk="1" hangingPunct="1">
              <a:defRPr sz="1200">
                <a:solidFill>
                  <a:srgbClr val="898989"/>
                </a:solidFill>
              </a:defRPr>
            </a:lvl1pPr>
          </a:lstStyle>
          <a:p>
            <a:pPr fontAlgn="base">
              <a:spcBef>
                <a:spcPct val="0"/>
              </a:spcBef>
              <a:spcAft>
                <a:spcPct val="0"/>
              </a:spcAft>
              <a:defRPr/>
            </a:pPr>
            <a:fld id="{B724CBE9-E6DE-4AAC-8453-7697DD7A6035}" type="slidenum">
              <a:rPr lang="en-US" altLang="en-US" smtClean="0">
                <a:ea typeface="MS PGothic" panose="020B0600070205080204" pitchFamily="34" charset="-128"/>
              </a:rPr>
              <a:pPr fontAlgn="base">
                <a:spcBef>
                  <a:spcPct val="0"/>
                </a:spcBef>
                <a:spcAft>
                  <a:spcPct val="0"/>
                </a:spcAft>
                <a:defRPr/>
              </a:pPr>
              <a:t>‹#›</a:t>
            </a:fld>
            <a:endParaRPr lang="en-US" altLang="en-US">
              <a:ea typeface="MS PGothic" panose="020B0600070205080204" pitchFamily="34" charset="-128"/>
            </a:endParaRPr>
          </a:p>
        </p:txBody>
      </p:sp>
    </p:spTree>
    <p:extLst>
      <p:ext uri="{BB962C8B-B14F-4D97-AF65-F5344CB8AC3E}">
        <p14:creationId xmlns:p14="http://schemas.microsoft.com/office/powerpoint/2010/main" val="42955182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p:txStyles>
    <p:titleStyle>
      <a:lvl1pPr algn="ctr" rtl="0" eaLnBrk="0" fontAlgn="base" hangingPunct="0">
        <a:spcBef>
          <a:spcPct val="0"/>
        </a:spcBef>
        <a:spcAft>
          <a:spcPct val="0"/>
        </a:spcAft>
        <a:defRPr sz="4400" kern="1200">
          <a:solidFill>
            <a:schemeClr val="tx1"/>
          </a:solidFill>
          <a:latin typeface="+mj-lt"/>
          <a:ea typeface="MS PGothic" panose="020B0600070205080204" pitchFamily="34" charset="-128"/>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MS PGothic" panose="020B0600070205080204" pitchFamily="34" charset="-128"/>
        </a:defRPr>
      </a:lvl2pPr>
      <a:lvl3pPr algn="ctr" rtl="0" eaLnBrk="0" fontAlgn="base" hangingPunct="0">
        <a:spcBef>
          <a:spcPct val="0"/>
        </a:spcBef>
        <a:spcAft>
          <a:spcPct val="0"/>
        </a:spcAft>
        <a:defRPr sz="4400">
          <a:solidFill>
            <a:schemeClr val="tx1"/>
          </a:solidFill>
          <a:latin typeface="Calibri" panose="020F0502020204030204" pitchFamily="34" charset="0"/>
          <a:ea typeface="MS PGothic" panose="020B0600070205080204" pitchFamily="34" charset="-128"/>
        </a:defRPr>
      </a:lvl3pPr>
      <a:lvl4pPr algn="ctr" rtl="0" eaLnBrk="0" fontAlgn="base" hangingPunct="0">
        <a:spcBef>
          <a:spcPct val="0"/>
        </a:spcBef>
        <a:spcAft>
          <a:spcPct val="0"/>
        </a:spcAft>
        <a:defRPr sz="4400">
          <a:solidFill>
            <a:schemeClr val="tx1"/>
          </a:solidFill>
          <a:latin typeface="Calibri" panose="020F0502020204030204" pitchFamily="34" charset="0"/>
          <a:ea typeface="MS PGothic" panose="020B0600070205080204" pitchFamily="34" charset="-128"/>
        </a:defRPr>
      </a:lvl4pPr>
      <a:lvl5pPr algn="ctr" rtl="0" eaLnBrk="0" fontAlgn="base" hangingPunct="0">
        <a:spcBef>
          <a:spcPct val="0"/>
        </a:spcBef>
        <a:spcAft>
          <a:spcPct val="0"/>
        </a:spcAft>
        <a:defRPr sz="4400">
          <a:solidFill>
            <a:schemeClr val="tx1"/>
          </a:solidFill>
          <a:latin typeface="Calibri" panose="020F0502020204030204" pitchFamily="34" charset="0"/>
          <a:ea typeface="MS PGothic" panose="020B0600070205080204" pitchFamily="34" charset="-128"/>
        </a:defRPr>
      </a:lvl5pPr>
      <a:lvl6pPr marL="457200" algn="ctr" rtl="0" fontAlgn="base">
        <a:spcBef>
          <a:spcPct val="0"/>
        </a:spcBef>
        <a:spcAft>
          <a:spcPct val="0"/>
        </a:spcAft>
        <a:defRPr sz="4400">
          <a:solidFill>
            <a:schemeClr val="tx1"/>
          </a:solidFill>
          <a:latin typeface="Calibri" panose="020F0502020204030204" pitchFamily="34" charset="0"/>
        </a:defRPr>
      </a:lvl6pPr>
      <a:lvl7pPr marL="914400" algn="ctr" rtl="0" fontAlgn="base">
        <a:spcBef>
          <a:spcPct val="0"/>
        </a:spcBef>
        <a:spcAft>
          <a:spcPct val="0"/>
        </a:spcAft>
        <a:defRPr sz="4400">
          <a:solidFill>
            <a:schemeClr val="tx1"/>
          </a:solidFill>
          <a:latin typeface="Calibri" panose="020F0502020204030204" pitchFamily="34" charset="0"/>
        </a:defRPr>
      </a:lvl7pPr>
      <a:lvl8pPr marL="1371600" algn="ctr" rtl="0" fontAlgn="base">
        <a:spcBef>
          <a:spcPct val="0"/>
        </a:spcBef>
        <a:spcAft>
          <a:spcPct val="0"/>
        </a:spcAft>
        <a:defRPr sz="4400">
          <a:solidFill>
            <a:schemeClr val="tx1"/>
          </a:solidFill>
          <a:latin typeface="Calibri" panose="020F0502020204030204" pitchFamily="34" charset="0"/>
        </a:defRPr>
      </a:lvl8pPr>
      <a:lvl9pPr marL="1828800" algn="ctr" rtl="0" fontAlgn="base">
        <a:spcBef>
          <a:spcPct val="0"/>
        </a:spcBef>
        <a:spcAft>
          <a:spcPct val="0"/>
        </a:spcAft>
        <a:defRPr sz="4400">
          <a:solidFill>
            <a:schemeClr val="tx1"/>
          </a:solidFill>
          <a:latin typeface="Calibri" panose="020F0502020204030204"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S PGothic" panose="020B0600070205080204" pitchFamily="34" charset="-128"/>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S PGothic" panose="020B0600070205080204" pitchFamily="34" charset="-128"/>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S PGothic" panose="020B0600070205080204" pitchFamily="34" charset="-128"/>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S PGothic" panose="020B0600070205080204" pitchFamily="34" charset="-128"/>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S PGothic" panose="020B0600070205080204" pitchFamily="34" charset="-128"/>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0">
          <a:blip r:embed="rId3"/>
          <a:stretch>
            <a:fillRect/>
          </a:stretch>
        </a:blipFill>
        <a:effectLst/>
      </p:bgPr>
    </p:bg>
    <p:spTree>
      <p:nvGrpSpPr>
        <p:cNvPr id="1" name=""/>
        <p:cNvGrpSpPr/>
        <p:nvPr/>
      </p:nvGrpSpPr>
      <p:grpSpPr>
        <a:xfrm>
          <a:off x="0" y="0"/>
          <a:ext cx="0" cy="0"/>
          <a:chOff x="0" y="0"/>
          <a:chExt cx="0" cy="0"/>
        </a:xfrm>
      </p:grpSpPr>
      <p:sp>
        <p:nvSpPr>
          <p:cNvPr id="3074" name="Title 1"/>
          <p:cNvSpPr>
            <a:spLocks noGrp="1"/>
          </p:cNvSpPr>
          <p:nvPr>
            <p:ph type="ctrTitle"/>
          </p:nvPr>
        </p:nvSpPr>
        <p:spPr>
          <a:xfrm>
            <a:off x="2209800" y="152399"/>
            <a:ext cx="7772400" cy="889819"/>
          </a:xfrm>
        </p:spPr>
        <p:txBody>
          <a:bodyPr vert="horz" wrap="square" lIns="91440" tIns="45720" rIns="91440" bIns="45720" anchor="ctr" anchorCtr="0"/>
          <a:lstStyle/>
          <a:p>
            <a:pPr eaLnBrk="1" hangingPunct="1"/>
            <a:r>
              <a:rPr lang="en-US" sz="2000" b="1" dirty="0">
                <a:solidFill>
                  <a:schemeClr val="bg1"/>
                </a:solidFill>
                <a:latin typeface="Times New Roman" panose="02020603050405020304" pitchFamily="18" charset="0"/>
                <a:ea typeface="Times New Roman" panose="02020603050405020304" pitchFamily="18" charset="0"/>
              </a:rPr>
              <a:t>FINAL YEAR PROJECT PRESENTATION &amp; DEMO</a:t>
            </a:r>
            <a:br>
              <a:rPr lang="en-GB" sz="2000" b="1" dirty="0">
                <a:solidFill>
                  <a:schemeClr val="bg1"/>
                </a:solidFill>
                <a:latin typeface="Times New Roman" panose="02020603050405020304" pitchFamily="18" charset="0"/>
                <a:ea typeface="Times New Roman" panose="02020603050405020304" pitchFamily="18" charset="0"/>
              </a:rPr>
            </a:br>
            <a:endParaRPr lang="en-US" altLang="en-US" sz="2000" b="1" dirty="0">
              <a:solidFill>
                <a:schemeClr val="bg1"/>
              </a:solidFill>
              <a:latin typeface="Times New Roman" panose="02020603050405020304" pitchFamily="18" charset="0"/>
              <a:ea typeface="Times New Roman" panose="02020603050405020304" pitchFamily="18" charset="0"/>
            </a:endParaRPr>
          </a:p>
        </p:txBody>
      </p:sp>
      <p:sp>
        <p:nvSpPr>
          <p:cNvPr id="3075" name="Subtitle 2"/>
          <p:cNvSpPr>
            <a:spLocks noGrp="1"/>
          </p:cNvSpPr>
          <p:nvPr>
            <p:ph type="subTitle" idx="1"/>
          </p:nvPr>
        </p:nvSpPr>
        <p:spPr>
          <a:xfrm>
            <a:off x="1602658" y="1182329"/>
            <a:ext cx="8738419" cy="3891116"/>
          </a:xfrm>
        </p:spPr>
        <p:txBody>
          <a:bodyPr vert="horz" wrap="square" lIns="91440" tIns="45720" rIns="91440" bIns="45720" anchor="t" anchorCtr="0"/>
          <a:lstStyle/>
          <a:p>
            <a:pPr eaLnBrk="1" hangingPunct="1">
              <a:buClrTx/>
              <a:buSzTx/>
            </a:pPr>
            <a:r>
              <a:rPr lang="en-US" b="1" dirty="0">
                <a:solidFill>
                  <a:schemeClr val="bg1"/>
                </a:solidFill>
                <a:latin typeface="Times New Roman" panose="02020603050405020304" pitchFamily="18" charset="0"/>
                <a:cs typeface="Times New Roman" panose="02020603050405020304" pitchFamily="18" charset="0"/>
              </a:rPr>
              <a:t>PROJECT TITLE</a:t>
            </a:r>
            <a:endParaRPr lang="en-US" altLang="en-US" sz="2000" b="1"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endParaRPr>
          </a:p>
          <a:p>
            <a:pPr eaLnBrk="1" hangingPunct="1">
              <a:buClrTx/>
              <a:buSzTx/>
            </a:pPr>
            <a:endParaRPr lang="en-GB" sz="2000" b="1" noProof="0" dirty="0">
              <a:solidFill>
                <a:schemeClr val="bg1"/>
              </a:solidFill>
              <a:latin typeface="Times New Roman" panose="02020603050405020304" pitchFamily="18" charset="0"/>
              <a:ea typeface="Times New Roman" panose="02020603050405020304" pitchFamily="18" charset="0"/>
            </a:endParaRPr>
          </a:p>
          <a:p>
            <a:pPr eaLnBrk="1" hangingPunct="1"/>
            <a:r>
              <a:rPr lang="en-GB" sz="2000" b="1" dirty="0">
                <a:solidFill>
                  <a:schemeClr val="bg1"/>
                </a:solidFill>
                <a:latin typeface="Times New Roman" panose="02020603050405020304" pitchFamily="18" charset="0"/>
                <a:ea typeface="Times New Roman" panose="02020603050405020304" pitchFamily="18" charset="0"/>
              </a:rPr>
              <a:t>NAME</a:t>
            </a:r>
          </a:p>
          <a:p>
            <a:pPr eaLnBrk="1" hangingPunct="1"/>
            <a:r>
              <a:rPr lang="en-GB" sz="2000" b="1" noProof="0" dirty="0">
                <a:solidFill>
                  <a:schemeClr val="bg1"/>
                </a:solidFill>
                <a:latin typeface="Times New Roman" panose="02020603050405020304" pitchFamily="18" charset="0"/>
                <a:ea typeface="Times New Roman" panose="02020603050405020304" pitchFamily="18" charset="0"/>
              </a:rPr>
              <a:t>ID</a:t>
            </a:r>
          </a:p>
          <a:p>
            <a:pPr eaLnBrk="1" hangingPunct="1"/>
            <a:endParaRPr lang="en-GB" sz="2000" b="1" noProof="0" dirty="0">
              <a:solidFill>
                <a:schemeClr val="bg1"/>
              </a:solidFill>
              <a:latin typeface="Times New Roman" panose="02020603050405020304" pitchFamily="18" charset="0"/>
              <a:ea typeface="Times New Roman" panose="02020603050405020304" pitchFamily="18" charset="0"/>
            </a:endParaRPr>
          </a:p>
          <a:p>
            <a:pPr eaLnBrk="1" hangingPunct="1"/>
            <a:r>
              <a:rPr lang="en-GB" sz="1200" b="1" dirty="0">
                <a:solidFill>
                  <a:schemeClr val="bg1"/>
                </a:solidFill>
                <a:latin typeface="Times New Roman" panose="02020603050405020304" pitchFamily="18" charset="0"/>
                <a:ea typeface="Times New Roman" panose="02020603050405020304" pitchFamily="18" charset="0"/>
              </a:rPr>
              <a:t>SUPERVISOR</a:t>
            </a:r>
            <a:r>
              <a:rPr lang="en-GB" sz="1200" b="1">
                <a:solidFill>
                  <a:schemeClr val="bg1"/>
                </a:solidFill>
                <a:latin typeface="Times New Roman" panose="02020603050405020304" pitchFamily="18" charset="0"/>
                <a:ea typeface="Times New Roman" panose="02020603050405020304" pitchFamily="18" charset="0"/>
              </a:rPr>
              <a:t>:             </a:t>
            </a:r>
            <a:r>
              <a:rPr lang="en-GB" sz="1200" b="1" dirty="0">
                <a:solidFill>
                  <a:schemeClr val="bg1"/>
                </a:solidFill>
                <a:latin typeface="Times New Roman" panose="02020603050405020304" pitchFamily="18" charset="0"/>
                <a:ea typeface="Times New Roman" panose="02020603050405020304" pitchFamily="18" charset="0"/>
              </a:rPr>
              <a:t>19</a:t>
            </a:r>
            <a:r>
              <a:rPr lang="en-GB" sz="1200" b="1" baseline="30000" dirty="0">
                <a:solidFill>
                  <a:schemeClr val="bg1"/>
                </a:solidFill>
                <a:latin typeface="Times New Roman" panose="02020603050405020304" pitchFamily="18" charset="0"/>
                <a:ea typeface="Times New Roman" panose="02020603050405020304" pitchFamily="18" charset="0"/>
              </a:rPr>
              <a:t>TH</a:t>
            </a:r>
            <a:r>
              <a:rPr lang="en-GB" sz="1200" b="1" dirty="0">
                <a:solidFill>
                  <a:schemeClr val="bg1"/>
                </a:solidFill>
                <a:latin typeface="Times New Roman" panose="02020603050405020304" pitchFamily="18" charset="0"/>
                <a:ea typeface="Times New Roman" panose="02020603050405020304" pitchFamily="18" charset="0"/>
              </a:rPr>
              <a:t> SEPTEMBER 2025</a:t>
            </a:r>
            <a:endParaRPr lang="en-GB" sz="1200" b="1" noProof="0" dirty="0">
              <a:solidFill>
                <a:schemeClr val="bg1"/>
              </a:solidFill>
              <a:latin typeface="Times New Roman" panose="02020603050405020304" pitchFamily="18" charset="0"/>
              <a:ea typeface="Times New Roman" panose="02020603050405020304" pitchFamily="18" charset="0"/>
            </a:endParaRPr>
          </a:p>
        </p:txBody>
      </p:sp>
      <p:sp>
        <p:nvSpPr>
          <p:cNvPr id="2" name="Date Placeholder 1"/>
          <p:cNvSpPr>
            <a:spLocks noGrp="1"/>
          </p:cNvSpPr>
          <p:nvPr>
            <p:ph type="dt" sz="half" idx="10"/>
          </p:nvPr>
        </p:nvSpPr>
        <p:spPr/>
        <p:txBody>
          <a:bodyPr/>
          <a:lstStyle/>
          <a:p>
            <a:pPr fontAlgn="base">
              <a:spcBef>
                <a:spcPct val="0"/>
              </a:spcBef>
              <a:spcAft>
                <a:spcPct val="0"/>
              </a:spcAft>
              <a:defRPr/>
            </a:pPr>
            <a:fld id="{CBB6B13C-08B2-4F48-BEC8-EC2633766FDF}" type="datetime1">
              <a:rPr lang="en-US">
                <a:latin typeface="Calibri" panose="020F0502020204030204" pitchFamily="34" charset="0"/>
                <a:ea typeface="MS PGothic" panose="020B0600070205080204" pitchFamily="34" charset="-128"/>
              </a:rPr>
              <a:pPr fontAlgn="base">
                <a:spcBef>
                  <a:spcPct val="0"/>
                </a:spcBef>
                <a:spcAft>
                  <a:spcPct val="0"/>
                </a:spcAft>
                <a:defRPr/>
              </a:pPr>
              <a:t>9/15/2025</a:t>
            </a:fld>
            <a:endParaRPr lang="en-US">
              <a:latin typeface="Calibri" panose="020F0502020204030204" pitchFamily="34" charset="0"/>
              <a:ea typeface="MS PGothic" panose="020B0600070205080204" pitchFamily="34" charset="-128"/>
            </a:endParaRPr>
          </a:p>
        </p:txBody>
      </p:sp>
      <p:sp>
        <p:nvSpPr>
          <p:cNvPr id="4" name="Slide Number Placeholder 3"/>
          <p:cNvSpPr>
            <a:spLocks noGrp="1"/>
          </p:cNvSpPr>
          <p:nvPr>
            <p:ph type="sldNum" sz="quarter" idx="12"/>
          </p:nvPr>
        </p:nvSpPr>
        <p:spPr/>
        <p:txBody>
          <a:bodyPr/>
          <a:lstStyle/>
          <a:p>
            <a:pPr fontAlgn="base">
              <a:spcBef>
                <a:spcPct val="0"/>
              </a:spcBef>
              <a:spcAft>
                <a:spcPct val="0"/>
              </a:spcAft>
              <a:defRPr/>
            </a:pPr>
            <a:fld id="{B724CBE9-E6DE-4AAC-8453-7697DD7A6035}" type="slidenum">
              <a:rPr lang="en-US" altLang="en-US">
                <a:latin typeface="Calibri" panose="020F0502020204030204" pitchFamily="34" charset="0"/>
                <a:ea typeface="MS PGothic" panose="020B0600070205080204" pitchFamily="34" charset="-128"/>
              </a:rPr>
              <a:pPr fontAlgn="base">
                <a:spcBef>
                  <a:spcPct val="0"/>
                </a:spcBef>
                <a:spcAft>
                  <a:spcPct val="0"/>
                </a:spcAft>
                <a:defRPr/>
              </a:pPr>
              <a:t>1</a:t>
            </a:fld>
            <a:endParaRPr lang="en-US" altLang="en-US" dirty="0">
              <a:latin typeface="Calibri" panose="020F0502020204030204" pitchFamily="34" charset="0"/>
              <a:ea typeface="MS PGothic" panose="020B0600070205080204" pitchFamily="34" charset="-128"/>
            </a:endParaRPr>
          </a:p>
        </p:txBody>
      </p:sp>
    </p:spTree>
    <p:extLst>
      <p:ext uri="{BB962C8B-B14F-4D97-AF65-F5344CB8AC3E}">
        <p14:creationId xmlns:p14="http://schemas.microsoft.com/office/powerpoint/2010/main" val="5881579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b="1" dirty="0">
                <a:solidFill>
                  <a:schemeClr val="bg1"/>
                </a:solidFill>
                <a:latin typeface="Times New Roman" panose="02020603050405020304" pitchFamily="18" charset="0"/>
                <a:ea typeface="Times New Roman" panose="02020603050405020304" pitchFamily="18" charset="0"/>
                <a:sym typeface="+mn-ea"/>
              </a:rPr>
              <a:t>OUTLINE OF  PRESENTATION</a:t>
            </a:r>
            <a:endParaRPr lang="en-US" dirty="0"/>
          </a:p>
        </p:txBody>
      </p:sp>
      <p:sp>
        <p:nvSpPr>
          <p:cNvPr id="3" name="Content Placeholder 2"/>
          <p:cNvSpPr>
            <a:spLocks noGrp="1"/>
          </p:cNvSpPr>
          <p:nvPr>
            <p:ph idx="1"/>
          </p:nvPr>
        </p:nvSpPr>
        <p:spPr/>
        <p:txBody>
          <a:bodyPr/>
          <a:lstStyle/>
          <a:p>
            <a:endParaRPr lang="en-US" sz="24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pPr fontAlgn="base">
              <a:spcBef>
                <a:spcPct val="0"/>
              </a:spcBef>
              <a:spcAft>
                <a:spcPct val="0"/>
              </a:spcAft>
              <a:defRPr/>
            </a:pPr>
            <a:fld id="{A9287898-D9AE-4049-9D19-ED0B1E1963CA}" type="datetime1">
              <a:rPr lang="en-US">
                <a:latin typeface="Calibri" panose="020F0502020204030204" pitchFamily="34" charset="0"/>
                <a:ea typeface="MS PGothic" panose="020B0600070205080204" pitchFamily="34" charset="-128"/>
              </a:rPr>
              <a:pPr fontAlgn="base">
                <a:spcBef>
                  <a:spcPct val="0"/>
                </a:spcBef>
                <a:spcAft>
                  <a:spcPct val="0"/>
                </a:spcAft>
                <a:defRPr/>
              </a:pPr>
              <a:t>9/15/2025</a:t>
            </a:fld>
            <a:endParaRPr lang="en-US">
              <a:latin typeface="Calibri" panose="020F0502020204030204" pitchFamily="34" charset="0"/>
              <a:ea typeface="MS PGothic" panose="020B0600070205080204" pitchFamily="34" charset="-128"/>
            </a:endParaRPr>
          </a:p>
        </p:txBody>
      </p:sp>
      <p:sp>
        <p:nvSpPr>
          <p:cNvPr id="5" name="Slide Number Placeholder 4"/>
          <p:cNvSpPr>
            <a:spLocks noGrp="1"/>
          </p:cNvSpPr>
          <p:nvPr>
            <p:ph type="sldNum" sz="quarter" idx="12"/>
          </p:nvPr>
        </p:nvSpPr>
        <p:spPr/>
        <p:txBody>
          <a:bodyPr/>
          <a:lstStyle/>
          <a:p>
            <a:pPr fontAlgn="base">
              <a:spcBef>
                <a:spcPct val="0"/>
              </a:spcBef>
              <a:spcAft>
                <a:spcPct val="0"/>
              </a:spcAft>
              <a:defRPr/>
            </a:pPr>
            <a:fld id="{B724CBE9-E6DE-4AAC-8453-7697DD7A6035}" type="slidenum">
              <a:rPr lang="en-US" altLang="en-US">
                <a:latin typeface="Calibri" panose="020F0502020204030204" pitchFamily="34" charset="0"/>
                <a:ea typeface="MS PGothic" panose="020B0600070205080204" pitchFamily="34" charset="-128"/>
              </a:rPr>
              <a:pPr fontAlgn="base">
                <a:spcBef>
                  <a:spcPct val="0"/>
                </a:spcBef>
                <a:spcAft>
                  <a:spcPct val="0"/>
                </a:spcAft>
                <a:defRPr/>
              </a:pPr>
              <a:t>2</a:t>
            </a:fld>
            <a:endParaRPr lang="en-US" altLang="en-US">
              <a:latin typeface="Calibri" panose="020F0502020204030204" pitchFamily="34" charset="0"/>
              <a:ea typeface="MS PGothic" panose="020B0600070205080204" pitchFamily="34" charset="-128"/>
            </a:endParaRPr>
          </a:p>
        </p:txBody>
      </p:sp>
    </p:spTree>
    <p:extLst>
      <p:ext uri="{BB962C8B-B14F-4D97-AF65-F5344CB8AC3E}">
        <p14:creationId xmlns:p14="http://schemas.microsoft.com/office/powerpoint/2010/main" val="19323595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79DB1C-537E-FB1F-4362-7D3C0F60D207}"/>
              </a:ext>
            </a:extLst>
          </p:cNvPr>
          <p:cNvSpPr>
            <a:spLocks noGrp="1"/>
          </p:cNvSpPr>
          <p:nvPr>
            <p:ph type="title"/>
          </p:nvPr>
        </p:nvSpPr>
        <p:spPr/>
        <p:txBody>
          <a:bodyPr/>
          <a:lstStyle/>
          <a:p>
            <a:r>
              <a:rPr lang="en-GB" sz="4400" b="1" dirty="0">
                <a:solidFill>
                  <a:schemeClr val="bg2"/>
                </a:solidFill>
                <a:latin typeface="Times New Roman" panose="02020603050405020304" pitchFamily="18" charset="0"/>
                <a:cs typeface="Times New Roman" panose="02020603050405020304" pitchFamily="18" charset="0"/>
              </a:rPr>
              <a:t>Introduction</a:t>
            </a:r>
            <a:endParaRPr lang="en-US" dirty="0">
              <a:solidFill>
                <a:schemeClr val="bg2"/>
              </a:solidFill>
            </a:endParaRPr>
          </a:p>
        </p:txBody>
      </p:sp>
      <p:sp>
        <p:nvSpPr>
          <p:cNvPr id="3" name="Content Placeholder 2">
            <a:extLst>
              <a:ext uri="{FF2B5EF4-FFF2-40B4-BE49-F238E27FC236}">
                <a16:creationId xmlns:a16="http://schemas.microsoft.com/office/drawing/2014/main" id="{3A386C90-A221-580A-FFD5-6EB28AF3FB7E}"/>
              </a:ext>
            </a:extLst>
          </p:cNvPr>
          <p:cNvSpPr>
            <a:spLocks noGrp="1"/>
          </p:cNvSpPr>
          <p:nvPr>
            <p:ph idx="1"/>
          </p:nvPr>
        </p:nvSpPr>
        <p:spPr>
          <a:xfrm>
            <a:off x="609600" y="1619865"/>
            <a:ext cx="10972800" cy="4525963"/>
          </a:xfrm>
        </p:spPr>
        <p:txBody>
          <a:bodyPr/>
          <a:lstStyle/>
          <a:p>
            <a:pPr algn="just"/>
            <a:endParaRPr lang="en-US" altLang="zh-CN" sz="3200" dirty="0">
              <a:latin typeface="Times New Roman" panose="02020603050405020304" pitchFamily="18" charset="0"/>
              <a:sym typeface="+mn-ea"/>
            </a:endParaRPr>
          </a:p>
        </p:txBody>
      </p:sp>
      <p:sp>
        <p:nvSpPr>
          <p:cNvPr id="4" name="Date Placeholder 3">
            <a:extLst>
              <a:ext uri="{FF2B5EF4-FFF2-40B4-BE49-F238E27FC236}">
                <a16:creationId xmlns:a16="http://schemas.microsoft.com/office/drawing/2014/main" id="{8531FEBA-0B27-7CAB-D40C-DDFB5DF5ADB3}"/>
              </a:ext>
            </a:extLst>
          </p:cNvPr>
          <p:cNvSpPr>
            <a:spLocks noGrp="1"/>
          </p:cNvSpPr>
          <p:nvPr>
            <p:ph type="dt" sz="half" idx="10"/>
          </p:nvPr>
        </p:nvSpPr>
        <p:spPr/>
        <p:txBody>
          <a:bodyPr/>
          <a:lstStyle/>
          <a:p>
            <a:pPr fontAlgn="base">
              <a:spcBef>
                <a:spcPct val="0"/>
              </a:spcBef>
              <a:spcAft>
                <a:spcPct val="0"/>
              </a:spcAft>
              <a:defRPr/>
            </a:pPr>
            <a:fld id="{A9287898-D9AE-4049-9D19-ED0B1E1963CA}" type="datetime1">
              <a:rPr lang="en-US" smtClean="0">
                <a:ea typeface="MS PGothic" panose="020B0600070205080204" pitchFamily="34" charset="-128"/>
              </a:rPr>
              <a:pPr fontAlgn="base">
                <a:spcBef>
                  <a:spcPct val="0"/>
                </a:spcBef>
                <a:spcAft>
                  <a:spcPct val="0"/>
                </a:spcAft>
                <a:defRPr/>
              </a:pPr>
              <a:t>9/15/2025</a:t>
            </a:fld>
            <a:endParaRPr lang="en-US">
              <a:ea typeface="MS PGothic" panose="020B0600070205080204" pitchFamily="34" charset="-128"/>
            </a:endParaRPr>
          </a:p>
        </p:txBody>
      </p:sp>
      <p:sp>
        <p:nvSpPr>
          <p:cNvPr id="5" name="Slide Number Placeholder 4">
            <a:extLst>
              <a:ext uri="{FF2B5EF4-FFF2-40B4-BE49-F238E27FC236}">
                <a16:creationId xmlns:a16="http://schemas.microsoft.com/office/drawing/2014/main" id="{735FE2F2-16C4-3CA6-A52D-9A30616C3AE5}"/>
              </a:ext>
            </a:extLst>
          </p:cNvPr>
          <p:cNvSpPr>
            <a:spLocks noGrp="1"/>
          </p:cNvSpPr>
          <p:nvPr>
            <p:ph type="sldNum" sz="quarter" idx="12"/>
          </p:nvPr>
        </p:nvSpPr>
        <p:spPr/>
        <p:txBody>
          <a:bodyPr/>
          <a:lstStyle/>
          <a:p>
            <a:pPr fontAlgn="base">
              <a:spcBef>
                <a:spcPct val="0"/>
              </a:spcBef>
              <a:spcAft>
                <a:spcPct val="0"/>
              </a:spcAft>
              <a:defRPr/>
            </a:pPr>
            <a:fld id="{B724CBE9-E6DE-4AAC-8453-7697DD7A6035}" type="slidenum">
              <a:rPr lang="en-US" altLang="en-US" smtClean="0">
                <a:ea typeface="MS PGothic" panose="020B0600070205080204" pitchFamily="34" charset="-128"/>
              </a:rPr>
              <a:pPr fontAlgn="base">
                <a:spcBef>
                  <a:spcPct val="0"/>
                </a:spcBef>
                <a:spcAft>
                  <a:spcPct val="0"/>
                </a:spcAft>
                <a:defRPr/>
              </a:pPr>
              <a:t>3</a:t>
            </a:fld>
            <a:endParaRPr lang="en-US" altLang="en-US">
              <a:ea typeface="MS PGothic" panose="020B0600070205080204" pitchFamily="34" charset="-128"/>
            </a:endParaRPr>
          </a:p>
        </p:txBody>
      </p:sp>
    </p:spTree>
    <p:extLst>
      <p:ext uri="{BB962C8B-B14F-4D97-AF65-F5344CB8AC3E}">
        <p14:creationId xmlns:p14="http://schemas.microsoft.com/office/powerpoint/2010/main" val="18961159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DB2738-68AC-4D51-568D-D524A0A661F8}"/>
              </a:ext>
            </a:extLst>
          </p:cNvPr>
          <p:cNvSpPr>
            <a:spLocks noGrp="1"/>
          </p:cNvSpPr>
          <p:nvPr>
            <p:ph type="title"/>
          </p:nvPr>
        </p:nvSpPr>
        <p:spPr/>
        <p:txBody>
          <a:bodyPr/>
          <a:lstStyle/>
          <a:p>
            <a:r>
              <a:rPr lang="en-GB" sz="4400" b="1" dirty="0">
                <a:solidFill>
                  <a:schemeClr val="bg2"/>
                </a:solidFill>
                <a:latin typeface="Times New Roman" panose="02020603050405020304" pitchFamily="18" charset="0"/>
                <a:cs typeface="Times New Roman" panose="02020603050405020304" pitchFamily="18" charset="0"/>
              </a:rPr>
              <a:t>Aims and Objectives</a:t>
            </a:r>
            <a:endParaRPr lang="en-US" dirty="0">
              <a:solidFill>
                <a:schemeClr val="bg2"/>
              </a:solidFill>
            </a:endParaRPr>
          </a:p>
        </p:txBody>
      </p:sp>
      <p:sp>
        <p:nvSpPr>
          <p:cNvPr id="3" name="Content Placeholder 2">
            <a:extLst>
              <a:ext uri="{FF2B5EF4-FFF2-40B4-BE49-F238E27FC236}">
                <a16:creationId xmlns:a16="http://schemas.microsoft.com/office/drawing/2014/main" id="{6DEFCC0B-C1AE-0B6A-2192-DD51A8EE47B9}"/>
              </a:ext>
            </a:extLst>
          </p:cNvPr>
          <p:cNvSpPr>
            <a:spLocks noGrp="1"/>
          </p:cNvSpPr>
          <p:nvPr>
            <p:ph idx="1"/>
          </p:nvPr>
        </p:nvSpPr>
        <p:spPr>
          <a:xfrm>
            <a:off x="116958" y="1617134"/>
            <a:ext cx="11855302" cy="4847461"/>
          </a:xfrm>
        </p:spPr>
        <p:txBody>
          <a:bodyPr/>
          <a:lstStyle/>
          <a:p>
            <a:pPr algn="just"/>
            <a:endParaRPr lang="en-US" altLang="zh-CN" sz="3200" dirty="0">
              <a:latin typeface="Times New Roman" panose="02020603050405020304" pitchFamily="18" charset="0"/>
              <a:cs typeface="Times New Roman" panose="02020603050405020304" pitchFamily="18" charset="0"/>
              <a:sym typeface="+mn-ea"/>
            </a:endParaRPr>
          </a:p>
          <a:p>
            <a:pPr algn="just"/>
            <a:endParaRPr lang="en-US" altLang="zh-CN" sz="3200" dirty="0">
              <a:latin typeface="Times New Roman" panose="02020603050405020304" pitchFamily="18" charset="0"/>
              <a:cs typeface="Times New Roman" panose="02020603050405020304" pitchFamily="18" charset="0"/>
              <a:sym typeface="+mn-ea"/>
            </a:endParaRPr>
          </a:p>
          <a:p>
            <a:pPr algn="just"/>
            <a:endParaRPr lang="en-US" dirty="0"/>
          </a:p>
        </p:txBody>
      </p:sp>
      <p:sp>
        <p:nvSpPr>
          <p:cNvPr id="4" name="Date Placeholder 3">
            <a:extLst>
              <a:ext uri="{FF2B5EF4-FFF2-40B4-BE49-F238E27FC236}">
                <a16:creationId xmlns:a16="http://schemas.microsoft.com/office/drawing/2014/main" id="{1B823B23-738E-64E3-FFD2-6DC756DE6D84}"/>
              </a:ext>
            </a:extLst>
          </p:cNvPr>
          <p:cNvSpPr>
            <a:spLocks noGrp="1"/>
          </p:cNvSpPr>
          <p:nvPr>
            <p:ph type="dt" sz="half" idx="10"/>
          </p:nvPr>
        </p:nvSpPr>
        <p:spPr/>
        <p:txBody>
          <a:bodyPr/>
          <a:lstStyle/>
          <a:p>
            <a:pPr fontAlgn="base">
              <a:spcBef>
                <a:spcPct val="0"/>
              </a:spcBef>
              <a:spcAft>
                <a:spcPct val="0"/>
              </a:spcAft>
              <a:defRPr/>
            </a:pPr>
            <a:fld id="{A9287898-D9AE-4049-9D19-ED0B1E1963CA}" type="datetime1">
              <a:rPr lang="en-US" smtClean="0">
                <a:ea typeface="MS PGothic" panose="020B0600070205080204" pitchFamily="34" charset="-128"/>
              </a:rPr>
              <a:pPr fontAlgn="base">
                <a:spcBef>
                  <a:spcPct val="0"/>
                </a:spcBef>
                <a:spcAft>
                  <a:spcPct val="0"/>
                </a:spcAft>
                <a:defRPr/>
              </a:pPr>
              <a:t>9/15/2025</a:t>
            </a:fld>
            <a:endParaRPr lang="en-US">
              <a:ea typeface="MS PGothic" panose="020B0600070205080204" pitchFamily="34" charset="-128"/>
            </a:endParaRPr>
          </a:p>
        </p:txBody>
      </p:sp>
      <p:sp>
        <p:nvSpPr>
          <p:cNvPr id="5" name="Slide Number Placeholder 4">
            <a:extLst>
              <a:ext uri="{FF2B5EF4-FFF2-40B4-BE49-F238E27FC236}">
                <a16:creationId xmlns:a16="http://schemas.microsoft.com/office/drawing/2014/main" id="{A12BA517-DF9E-BB84-BEC3-8B2D35D700A7}"/>
              </a:ext>
            </a:extLst>
          </p:cNvPr>
          <p:cNvSpPr>
            <a:spLocks noGrp="1"/>
          </p:cNvSpPr>
          <p:nvPr>
            <p:ph type="sldNum" sz="quarter" idx="12"/>
          </p:nvPr>
        </p:nvSpPr>
        <p:spPr/>
        <p:txBody>
          <a:bodyPr/>
          <a:lstStyle/>
          <a:p>
            <a:pPr fontAlgn="base">
              <a:spcBef>
                <a:spcPct val="0"/>
              </a:spcBef>
              <a:spcAft>
                <a:spcPct val="0"/>
              </a:spcAft>
              <a:defRPr/>
            </a:pPr>
            <a:fld id="{B724CBE9-E6DE-4AAC-8453-7697DD7A6035}" type="slidenum">
              <a:rPr lang="en-US" altLang="en-US" smtClean="0">
                <a:ea typeface="MS PGothic" panose="020B0600070205080204" pitchFamily="34" charset="-128"/>
              </a:rPr>
              <a:pPr fontAlgn="base">
                <a:spcBef>
                  <a:spcPct val="0"/>
                </a:spcBef>
                <a:spcAft>
                  <a:spcPct val="0"/>
                </a:spcAft>
                <a:defRPr/>
              </a:pPr>
              <a:t>4</a:t>
            </a:fld>
            <a:endParaRPr lang="en-US" altLang="en-US">
              <a:ea typeface="MS PGothic" panose="020B0600070205080204" pitchFamily="34" charset="-128"/>
            </a:endParaRPr>
          </a:p>
        </p:txBody>
      </p:sp>
    </p:spTree>
    <p:extLst>
      <p:ext uri="{BB962C8B-B14F-4D97-AF65-F5344CB8AC3E}">
        <p14:creationId xmlns:p14="http://schemas.microsoft.com/office/powerpoint/2010/main" val="23017769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35A31B-99F0-32CD-42FA-EA92C81A3224}"/>
              </a:ext>
            </a:extLst>
          </p:cNvPr>
          <p:cNvSpPr>
            <a:spLocks noGrp="1"/>
          </p:cNvSpPr>
          <p:nvPr>
            <p:ph type="title"/>
          </p:nvPr>
        </p:nvSpPr>
        <p:spPr/>
        <p:txBody>
          <a:bodyPr/>
          <a:lstStyle/>
          <a:p>
            <a:r>
              <a:rPr lang="en-GB" b="1" dirty="0">
                <a:solidFill>
                  <a:schemeClr val="bg2"/>
                </a:solidFill>
                <a:latin typeface="Times New Roman" panose="02020603050405020304" pitchFamily="18" charset="0"/>
                <a:cs typeface="Times New Roman" panose="02020603050405020304" pitchFamily="18" charset="0"/>
              </a:rPr>
              <a:t>Related Work</a:t>
            </a:r>
            <a:endParaRPr lang="en-US" dirty="0"/>
          </a:p>
        </p:txBody>
      </p:sp>
      <p:sp>
        <p:nvSpPr>
          <p:cNvPr id="3" name="Content Placeholder 2">
            <a:extLst>
              <a:ext uri="{FF2B5EF4-FFF2-40B4-BE49-F238E27FC236}">
                <a16:creationId xmlns:a16="http://schemas.microsoft.com/office/drawing/2014/main" id="{9DF2A7B9-9577-A5DF-84DE-6D64DB05A797}"/>
              </a:ext>
            </a:extLst>
          </p:cNvPr>
          <p:cNvSpPr>
            <a:spLocks noGrp="1"/>
          </p:cNvSpPr>
          <p:nvPr>
            <p:ph idx="1"/>
          </p:nvPr>
        </p:nvSpPr>
        <p:spPr>
          <a:xfrm>
            <a:off x="127591" y="1600201"/>
            <a:ext cx="11876567" cy="4525963"/>
          </a:xfrm>
        </p:spPr>
        <p:txBody>
          <a:bodyPr/>
          <a:lstStyle/>
          <a:p>
            <a:pPr algn="just"/>
            <a:endParaRPr lang="en-US" sz="24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5CAA1B5D-12F2-D542-90C1-8F260A0B4D48}"/>
              </a:ext>
            </a:extLst>
          </p:cNvPr>
          <p:cNvSpPr>
            <a:spLocks noGrp="1"/>
          </p:cNvSpPr>
          <p:nvPr>
            <p:ph type="dt" sz="half" idx="10"/>
          </p:nvPr>
        </p:nvSpPr>
        <p:spPr/>
        <p:txBody>
          <a:bodyPr/>
          <a:lstStyle/>
          <a:p>
            <a:pPr fontAlgn="base">
              <a:spcBef>
                <a:spcPct val="0"/>
              </a:spcBef>
              <a:spcAft>
                <a:spcPct val="0"/>
              </a:spcAft>
              <a:defRPr/>
            </a:pPr>
            <a:fld id="{A9287898-D9AE-4049-9D19-ED0B1E1963CA}" type="datetime1">
              <a:rPr lang="en-US" smtClean="0">
                <a:ea typeface="MS PGothic" panose="020B0600070205080204" pitchFamily="34" charset="-128"/>
              </a:rPr>
              <a:pPr fontAlgn="base">
                <a:spcBef>
                  <a:spcPct val="0"/>
                </a:spcBef>
                <a:spcAft>
                  <a:spcPct val="0"/>
                </a:spcAft>
                <a:defRPr/>
              </a:pPr>
              <a:t>9/15/2025</a:t>
            </a:fld>
            <a:endParaRPr lang="en-US">
              <a:ea typeface="MS PGothic" panose="020B0600070205080204" pitchFamily="34" charset="-128"/>
            </a:endParaRPr>
          </a:p>
        </p:txBody>
      </p:sp>
      <p:sp>
        <p:nvSpPr>
          <p:cNvPr id="5" name="Slide Number Placeholder 4">
            <a:extLst>
              <a:ext uri="{FF2B5EF4-FFF2-40B4-BE49-F238E27FC236}">
                <a16:creationId xmlns:a16="http://schemas.microsoft.com/office/drawing/2014/main" id="{5868BA78-6230-9A49-69A7-B22EB73C48CC}"/>
              </a:ext>
            </a:extLst>
          </p:cNvPr>
          <p:cNvSpPr>
            <a:spLocks noGrp="1"/>
          </p:cNvSpPr>
          <p:nvPr>
            <p:ph type="sldNum" sz="quarter" idx="12"/>
          </p:nvPr>
        </p:nvSpPr>
        <p:spPr/>
        <p:txBody>
          <a:bodyPr/>
          <a:lstStyle/>
          <a:p>
            <a:pPr fontAlgn="base">
              <a:spcBef>
                <a:spcPct val="0"/>
              </a:spcBef>
              <a:spcAft>
                <a:spcPct val="0"/>
              </a:spcAft>
              <a:defRPr/>
            </a:pPr>
            <a:fld id="{B724CBE9-E6DE-4AAC-8453-7697DD7A6035}" type="slidenum">
              <a:rPr lang="en-US" altLang="en-US" smtClean="0">
                <a:ea typeface="MS PGothic" panose="020B0600070205080204" pitchFamily="34" charset="-128"/>
              </a:rPr>
              <a:pPr fontAlgn="base">
                <a:spcBef>
                  <a:spcPct val="0"/>
                </a:spcBef>
                <a:spcAft>
                  <a:spcPct val="0"/>
                </a:spcAft>
                <a:defRPr/>
              </a:pPr>
              <a:t>5</a:t>
            </a:fld>
            <a:endParaRPr lang="en-US" altLang="en-US">
              <a:ea typeface="MS PGothic" panose="020B0600070205080204" pitchFamily="34" charset="-128"/>
            </a:endParaRPr>
          </a:p>
        </p:txBody>
      </p:sp>
    </p:spTree>
    <p:extLst>
      <p:ext uri="{BB962C8B-B14F-4D97-AF65-F5344CB8AC3E}">
        <p14:creationId xmlns:p14="http://schemas.microsoft.com/office/powerpoint/2010/main" val="14363515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506D3C-4B4F-4105-A2CA-8CCC647D3BA1}"/>
              </a:ext>
            </a:extLst>
          </p:cNvPr>
          <p:cNvSpPr>
            <a:spLocks noGrp="1"/>
          </p:cNvSpPr>
          <p:nvPr>
            <p:ph type="title"/>
          </p:nvPr>
        </p:nvSpPr>
        <p:spPr/>
        <p:txBody>
          <a:bodyPr/>
          <a:lstStyle/>
          <a:p>
            <a:r>
              <a:rPr lang="en-GB" sz="4400" b="1" dirty="0">
                <a:solidFill>
                  <a:schemeClr val="bg2"/>
                </a:solidFill>
                <a:latin typeface="Times New Roman" panose="02020603050405020304" pitchFamily="18" charset="0"/>
                <a:cs typeface="Times New Roman" panose="02020603050405020304" pitchFamily="18" charset="0"/>
              </a:rPr>
              <a:t>Proposed Solution</a:t>
            </a:r>
            <a:endParaRPr lang="en-US" dirty="0">
              <a:solidFill>
                <a:schemeClr val="bg2"/>
              </a:solidFill>
            </a:endParaRPr>
          </a:p>
        </p:txBody>
      </p:sp>
      <p:sp>
        <p:nvSpPr>
          <p:cNvPr id="3" name="Content Placeholder 2">
            <a:extLst>
              <a:ext uri="{FF2B5EF4-FFF2-40B4-BE49-F238E27FC236}">
                <a16:creationId xmlns:a16="http://schemas.microsoft.com/office/drawing/2014/main" id="{B9B6B7A8-65F2-E73A-00E9-945683A8A1BD}"/>
              </a:ext>
            </a:extLst>
          </p:cNvPr>
          <p:cNvSpPr>
            <a:spLocks noGrp="1"/>
          </p:cNvSpPr>
          <p:nvPr>
            <p:ph idx="1"/>
          </p:nvPr>
        </p:nvSpPr>
        <p:spPr/>
        <p:txBody>
          <a:bodyPr/>
          <a:lstStyle/>
          <a:p>
            <a:endParaRPr lang="en-US" sz="3200" kern="100" dirty="0">
              <a:effectLst/>
              <a:latin typeface="Times New Roman" panose="02020603050405020304" pitchFamily="18" charset="0"/>
              <a:ea typeface="Aptos" panose="020B0004020202020204" pitchFamily="34" charset="0"/>
              <a:cs typeface="Times New Roman" panose="02020603050405020304" pitchFamily="18" charset="0"/>
            </a:endParaRPr>
          </a:p>
          <a:p>
            <a:endParaRPr lang="en-US" kern="100" dirty="0">
              <a:latin typeface="Times New Roman" panose="02020603050405020304" pitchFamily="18" charset="0"/>
              <a:ea typeface="Aptos" panose="020B0004020202020204" pitchFamily="34" charset="0"/>
              <a:cs typeface="Times New Roman" panose="02020603050405020304" pitchFamily="18" charset="0"/>
            </a:endParaRPr>
          </a:p>
        </p:txBody>
      </p:sp>
      <p:sp>
        <p:nvSpPr>
          <p:cNvPr id="4" name="Date Placeholder 3">
            <a:extLst>
              <a:ext uri="{FF2B5EF4-FFF2-40B4-BE49-F238E27FC236}">
                <a16:creationId xmlns:a16="http://schemas.microsoft.com/office/drawing/2014/main" id="{01725DB2-1CF4-25AC-98C9-B01040B69618}"/>
              </a:ext>
            </a:extLst>
          </p:cNvPr>
          <p:cNvSpPr>
            <a:spLocks noGrp="1"/>
          </p:cNvSpPr>
          <p:nvPr>
            <p:ph type="dt" sz="half" idx="10"/>
          </p:nvPr>
        </p:nvSpPr>
        <p:spPr/>
        <p:txBody>
          <a:bodyPr/>
          <a:lstStyle/>
          <a:p>
            <a:pPr fontAlgn="base">
              <a:spcBef>
                <a:spcPct val="0"/>
              </a:spcBef>
              <a:spcAft>
                <a:spcPct val="0"/>
              </a:spcAft>
              <a:defRPr/>
            </a:pPr>
            <a:fld id="{A9287898-D9AE-4049-9D19-ED0B1E1963CA}" type="datetime1">
              <a:rPr lang="en-US" smtClean="0">
                <a:ea typeface="MS PGothic" panose="020B0600070205080204" pitchFamily="34" charset="-128"/>
              </a:rPr>
              <a:pPr fontAlgn="base">
                <a:spcBef>
                  <a:spcPct val="0"/>
                </a:spcBef>
                <a:spcAft>
                  <a:spcPct val="0"/>
                </a:spcAft>
                <a:defRPr/>
              </a:pPr>
              <a:t>9/15/2025</a:t>
            </a:fld>
            <a:endParaRPr lang="en-US">
              <a:ea typeface="MS PGothic" panose="020B0600070205080204" pitchFamily="34" charset="-128"/>
            </a:endParaRPr>
          </a:p>
        </p:txBody>
      </p:sp>
      <p:sp>
        <p:nvSpPr>
          <p:cNvPr id="5" name="Slide Number Placeholder 4">
            <a:extLst>
              <a:ext uri="{FF2B5EF4-FFF2-40B4-BE49-F238E27FC236}">
                <a16:creationId xmlns:a16="http://schemas.microsoft.com/office/drawing/2014/main" id="{3890411F-B638-EC08-5169-AE580B8FB891}"/>
              </a:ext>
            </a:extLst>
          </p:cNvPr>
          <p:cNvSpPr>
            <a:spLocks noGrp="1"/>
          </p:cNvSpPr>
          <p:nvPr>
            <p:ph type="sldNum" sz="quarter" idx="12"/>
          </p:nvPr>
        </p:nvSpPr>
        <p:spPr/>
        <p:txBody>
          <a:bodyPr/>
          <a:lstStyle/>
          <a:p>
            <a:pPr fontAlgn="base">
              <a:spcBef>
                <a:spcPct val="0"/>
              </a:spcBef>
              <a:spcAft>
                <a:spcPct val="0"/>
              </a:spcAft>
              <a:defRPr/>
            </a:pPr>
            <a:fld id="{B724CBE9-E6DE-4AAC-8453-7697DD7A6035}" type="slidenum">
              <a:rPr lang="en-US" altLang="en-US" smtClean="0">
                <a:ea typeface="MS PGothic" panose="020B0600070205080204" pitchFamily="34" charset="-128"/>
              </a:rPr>
              <a:pPr fontAlgn="base">
                <a:spcBef>
                  <a:spcPct val="0"/>
                </a:spcBef>
                <a:spcAft>
                  <a:spcPct val="0"/>
                </a:spcAft>
                <a:defRPr/>
              </a:pPr>
              <a:t>6</a:t>
            </a:fld>
            <a:endParaRPr lang="en-US" altLang="en-US">
              <a:ea typeface="MS PGothic" panose="020B0600070205080204" pitchFamily="34" charset="-128"/>
            </a:endParaRPr>
          </a:p>
        </p:txBody>
      </p:sp>
      <p:sp>
        <p:nvSpPr>
          <p:cNvPr id="7" name="Rectangle 1">
            <a:extLst>
              <a:ext uri="{FF2B5EF4-FFF2-40B4-BE49-F238E27FC236}">
                <a16:creationId xmlns:a16="http://schemas.microsoft.com/office/drawing/2014/main" id="{51A869A9-1EC7-F343-073E-F51243E5FC8F}"/>
              </a:ext>
            </a:extLst>
          </p:cNvPr>
          <p:cNvSpPr>
            <a:spLocks noChangeArrowheads="1"/>
          </p:cNvSpPr>
          <p:nvPr/>
        </p:nvSpPr>
        <p:spPr bwMode="auto">
          <a:xfrm>
            <a:off x="3127375" y="2263775"/>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39854477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932FC4-DD23-1994-05AD-6A8BE81F5CEF}"/>
              </a:ext>
            </a:extLst>
          </p:cNvPr>
          <p:cNvSpPr>
            <a:spLocks noGrp="1"/>
          </p:cNvSpPr>
          <p:nvPr>
            <p:ph type="title"/>
          </p:nvPr>
        </p:nvSpPr>
        <p:spPr/>
        <p:txBody>
          <a:bodyPr/>
          <a:lstStyle/>
          <a:p>
            <a:r>
              <a:rPr lang="en-US" b="1" dirty="0">
                <a:solidFill>
                  <a:schemeClr val="bg2"/>
                </a:solidFill>
                <a:latin typeface="Times New Roman" panose="02020603050405020304" pitchFamily="18" charset="0"/>
                <a:cs typeface="Times New Roman" panose="02020603050405020304" pitchFamily="18" charset="0"/>
              </a:rPr>
              <a:t>End Slide</a:t>
            </a:r>
            <a:endParaRPr lang="en-US" dirty="0"/>
          </a:p>
        </p:txBody>
      </p:sp>
      <p:sp>
        <p:nvSpPr>
          <p:cNvPr id="4" name="Date Placeholder 3">
            <a:extLst>
              <a:ext uri="{FF2B5EF4-FFF2-40B4-BE49-F238E27FC236}">
                <a16:creationId xmlns:a16="http://schemas.microsoft.com/office/drawing/2014/main" id="{D3F317FC-B0A5-5DF9-D46A-0097F1943542}"/>
              </a:ext>
            </a:extLst>
          </p:cNvPr>
          <p:cNvSpPr>
            <a:spLocks noGrp="1"/>
          </p:cNvSpPr>
          <p:nvPr>
            <p:ph type="dt" sz="half" idx="10"/>
          </p:nvPr>
        </p:nvSpPr>
        <p:spPr/>
        <p:txBody>
          <a:bodyPr/>
          <a:lstStyle/>
          <a:p>
            <a:pPr fontAlgn="base">
              <a:spcBef>
                <a:spcPct val="0"/>
              </a:spcBef>
              <a:spcAft>
                <a:spcPct val="0"/>
              </a:spcAft>
              <a:defRPr/>
            </a:pPr>
            <a:fld id="{A9287898-D9AE-4049-9D19-ED0B1E1963CA}" type="datetime1">
              <a:rPr lang="en-US" smtClean="0">
                <a:ea typeface="MS PGothic" panose="020B0600070205080204" pitchFamily="34" charset="-128"/>
              </a:rPr>
              <a:pPr fontAlgn="base">
                <a:spcBef>
                  <a:spcPct val="0"/>
                </a:spcBef>
                <a:spcAft>
                  <a:spcPct val="0"/>
                </a:spcAft>
                <a:defRPr/>
              </a:pPr>
              <a:t>9/15/2025</a:t>
            </a:fld>
            <a:endParaRPr lang="en-US">
              <a:ea typeface="MS PGothic" panose="020B0600070205080204" pitchFamily="34" charset="-128"/>
            </a:endParaRPr>
          </a:p>
        </p:txBody>
      </p:sp>
      <p:sp>
        <p:nvSpPr>
          <p:cNvPr id="5" name="Slide Number Placeholder 4">
            <a:extLst>
              <a:ext uri="{FF2B5EF4-FFF2-40B4-BE49-F238E27FC236}">
                <a16:creationId xmlns:a16="http://schemas.microsoft.com/office/drawing/2014/main" id="{E90DD781-364A-0708-0EFC-CA14E446F5D9}"/>
              </a:ext>
            </a:extLst>
          </p:cNvPr>
          <p:cNvSpPr>
            <a:spLocks noGrp="1"/>
          </p:cNvSpPr>
          <p:nvPr>
            <p:ph type="sldNum" sz="quarter" idx="12"/>
          </p:nvPr>
        </p:nvSpPr>
        <p:spPr/>
        <p:txBody>
          <a:bodyPr/>
          <a:lstStyle/>
          <a:p>
            <a:pPr fontAlgn="base">
              <a:spcBef>
                <a:spcPct val="0"/>
              </a:spcBef>
              <a:spcAft>
                <a:spcPct val="0"/>
              </a:spcAft>
              <a:defRPr/>
            </a:pPr>
            <a:fld id="{B724CBE9-E6DE-4AAC-8453-7697DD7A6035}" type="slidenum">
              <a:rPr lang="en-US" altLang="en-US" smtClean="0">
                <a:ea typeface="MS PGothic" panose="020B0600070205080204" pitchFamily="34" charset="-128"/>
              </a:rPr>
              <a:pPr fontAlgn="base">
                <a:spcBef>
                  <a:spcPct val="0"/>
                </a:spcBef>
                <a:spcAft>
                  <a:spcPct val="0"/>
                </a:spcAft>
                <a:defRPr/>
              </a:pPr>
              <a:t>7</a:t>
            </a:fld>
            <a:endParaRPr lang="en-US" altLang="en-US">
              <a:ea typeface="MS PGothic" panose="020B0600070205080204" pitchFamily="34" charset="-128"/>
            </a:endParaRPr>
          </a:p>
        </p:txBody>
      </p:sp>
      <p:sp>
        <p:nvSpPr>
          <p:cNvPr id="7" name="Rectangle 1">
            <a:extLst>
              <a:ext uri="{FF2B5EF4-FFF2-40B4-BE49-F238E27FC236}">
                <a16:creationId xmlns:a16="http://schemas.microsoft.com/office/drawing/2014/main" id="{8A935C62-7CE4-90E7-86E2-F628BB9B6672}"/>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Content Placeholder 7">
            <a:extLst>
              <a:ext uri="{FF2B5EF4-FFF2-40B4-BE49-F238E27FC236}">
                <a16:creationId xmlns:a16="http://schemas.microsoft.com/office/drawing/2014/main" id="{23712241-B4F7-567C-CF5D-AA1CE2FB25EE}"/>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1562714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ctrTitle"/>
          </p:nvPr>
        </p:nvSpPr>
        <p:spPr>
          <a:xfrm>
            <a:off x="2209800" y="152399"/>
            <a:ext cx="7772400" cy="889819"/>
          </a:xfrm>
        </p:spPr>
        <p:txBody>
          <a:bodyPr vert="horz" wrap="square" lIns="91440" tIns="45720" rIns="91440" bIns="45720" anchor="ctr" anchorCtr="0"/>
          <a:lstStyle/>
          <a:p>
            <a:pPr eaLnBrk="1" hangingPunct="1"/>
            <a:r>
              <a:rPr lang="en-US" sz="2000" b="1" dirty="0">
                <a:solidFill>
                  <a:schemeClr val="bg1"/>
                </a:solidFill>
                <a:latin typeface="Times New Roman" panose="02020603050405020304" pitchFamily="18" charset="0"/>
                <a:ea typeface="Times New Roman" panose="02020603050405020304" pitchFamily="18" charset="0"/>
              </a:rPr>
              <a:t>FINAL YEAR PROJECT PRESENTATION &amp; DEMO</a:t>
            </a:r>
            <a:br>
              <a:rPr lang="en-GB" sz="2000" b="1" dirty="0">
                <a:solidFill>
                  <a:schemeClr val="bg1"/>
                </a:solidFill>
                <a:latin typeface="Times New Roman" panose="02020603050405020304" pitchFamily="18" charset="0"/>
                <a:ea typeface="Times New Roman" panose="02020603050405020304" pitchFamily="18" charset="0"/>
              </a:rPr>
            </a:br>
            <a:endParaRPr lang="en-US" altLang="en-US" sz="2000" b="1" dirty="0">
              <a:solidFill>
                <a:schemeClr val="bg1"/>
              </a:solidFill>
              <a:latin typeface="Times New Roman" panose="02020603050405020304" pitchFamily="18" charset="0"/>
              <a:ea typeface="Times New Roman" panose="02020603050405020304" pitchFamily="18" charset="0"/>
            </a:endParaRPr>
          </a:p>
        </p:txBody>
      </p:sp>
      <p:sp>
        <p:nvSpPr>
          <p:cNvPr id="3075" name="Subtitle 2"/>
          <p:cNvSpPr>
            <a:spLocks noGrp="1"/>
          </p:cNvSpPr>
          <p:nvPr>
            <p:ph type="subTitle" idx="1"/>
          </p:nvPr>
        </p:nvSpPr>
        <p:spPr>
          <a:xfrm>
            <a:off x="1602658" y="1182329"/>
            <a:ext cx="8738419" cy="3891116"/>
          </a:xfrm>
        </p:spPr>
        <p:txBody>
          <a:bodyPr vert="horz" wrap="square" lIns="91440" tIns="45720" rIns="91440" bIns="45720" anchor="t" anchorCtr="0"/>
          <a:lstStyle/>
          <a:p>
            <a:pPr eaLnBrk="1" hangingPunct="1">
              <a:buClrTx/>
              <a:buSzTx/>
            </a:pPr>
            <a:r>
              <a:rPr lang="en-US" b="1" dirty="0">
                <a:solidFill>
                  <a:schemeClr val="bg1"/>
                </a:solidFill>
                <a:latin typeface="Times New Roman" panose="02020603050405020304" pitchFamily="18" charset="0"/>
                <a:cs typeface="Times New Roman" panose="02020603050405020304" pitchFamily="18" charset="0"/>
              </a:rPr>
              <a:t>PROJECT TITLE</a:t>
            </a:r>
            <a:endParaRPr lang="en-US" altLang="en-US" sz="2000" b="1"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endParaRPr>
          </a:p>
          <a:p>
            <a:pPr eaLnBrk="1" hangingPunct="1">
              <a:buClrTx/>
              <a:buSzTx/>
            </a:pPr>
            <a:endParaRPr lang="en-GB" sz="2000" b="1" noProof="0" dirty="0">
              <a:solidFill>
                <a:schemeClr val="bg1"/>
              </a:solidFill>
              <a:latin typeface="Times New Roman" panose="02020603050405020304" pitchFamily="18" charset="0"/>
              <a:ea typeface="Times New Roman" panose="02020603050405020304" pitchFamily="18" charset="0"/>
            </a:endParaRPr>
          </a:p>
          <a:p>
            <a:pPr eaLnBrk="1" hangingPunct="1"/>
            <a:r>
              <a:rPr lang="en-GB" sz="2000" b="1" dirty="0">
                <a:solidFill>
                  <a:schemeClr val="bg1"/>
                </a:solidFill>
                <a:latin typeface="Times New Roman" panose="02020603050405020304" pitchFamily="18" charset="0"/>
                <a:ea typeface="Times New Roman" panose="02020603050405020304" pitchFamily="18" charset="0"/>
              </a:rPr>
              <a:t>NAME</a:t>
            </a:r>
          </a:p>
          <a:p>
            <a:pPr eaLnBrk="1" hangingPunct="1"/>
            <a:r>
              <a:rPr lang="en-GB" sz="2000" b="1" noProof="0" dirty="0">
                <a:solidFill>
                  <a:schemeClr val="bg1"/>
                </a:solidFill>
                <a:latin typeface="Times New Roman" panose="02020603050405020304" pitchFamily="18" charset="0"/>
                <a:ea typeface="Times New Roman" panose="02020603050405020304" pitchFamily="18" charset="0"/>
              </a:rPr>
              <a:t>ID</a:t>
            </a:r>
          </a:p>
          <a:p>
            <a:pPr eaLnBrk="1" hangingPunct="1"/>
            <a:endParaRPr lang="en-GB" sz="2000" b="1" noProof="0" dirty="0">
              <a:solidFill>
                <a:schemeClr val="bg1"/>
              </a:solidFill>
              <a:latin typeface="Times New Roman" panose="02020603050405020304" pitchFamily="18" charset="0"/>
              <a:ea typeface="Times New Roman" panose="02020603050405020304" pitchFamily="18" charset="0"/>
            </a:endParaRPr>
          </a:p>
          <a:p>
            <a:pPr eaLnBrk="1" hangingPunct="1"/>
            <a:r>
              <a:rPr lang="en-GB" sz="1200" b="1" dirty="0">
                <a:solidFill>
                  <a:schemeClr val="bg1"/>
                </a:solidFill>
                <a:latin typeface="Times New Roman" panose="02020603050405020304" pitchFamily="18" charset="0"/>
                <a:ea typeface="Times New Roman" panose="02020603050405020304" pitchFamily="18" charset="0"/>
              </a:rPr>
              <a:t>SUPERVISOR:             19</a:t>
            </a:r>
            <a:r>
              <a:rPr lang="en-GB" sz="1200" b="1" baseline="30000" dirty="0">
                <a:solidFill>
                  <a:schemeClr val="bg1"/>
                </a:solidFill>
                <a:latin typeface="Times New Roman" panose="02020603050405020304" pitchFamily="18" charset="0"/>
                <a:ea typeface="Times New Roman" panose="02020603050405020304" pitchFamily="18" charset="0"/>
              </a:rPr>
              <a:t>TH</a:t>
            </a:r>
            <a:r>
              <a:rPr lang="en-GB" sz="1200" b="1" dirty="0">
                <a:solidFill>
                  <a:schemeClr val="bg1"/>
                </a:solidFill>
                <a:latin typeface="Times New Roman" panose="02020603050405020304" pitchFamily="18" charset="0"/>
                <a:ea typeface="Times New Roman" panose="02020603050405020304" pitchFamily="18" charset="0"/>
              </a:rPr>
              <a:t> SEPTEMBER 2025</a:t>
            </a:r>
            <a:endParaRPr lang="en-GB" sz="1200" b="1" noProof="0" dirty="0">
              <a:solidFill>
                <a:schemeClr val="bg1"/>
              </a:solidFill>
              <a:latin typeface="Times New Roman" panose="02020603050405020304" pitchFamily="18" charset="0"/>
              <a:ea typeface="Times New Roman" panose="02020603050405020304" pitchFamily="18" charset="0"/>
            </a:endParaRPr>
          </a:p>
        </p:txBody>
      </p:sp>
      <p:sp>
        <p:nvSpPr>
          <p:cNvPr id="2" name="Date Placeholder 1"/>
          <p:cNvSpPr>
            <a:spLocks noGrp="1"/>
          </p:cNvSpPr>
          <p:nvPr>
            <p:ph type="dt" sz="half" idx="10"/>
          </p:nvPr>
        </p:nvSpPr>
        <p:spPr/>
        <p:txBody>
          <a:bodyPr/>
          <a:lstStyle/>
          <a:p>
            <a:pPr fontAlgn="base">
              <a:spcBef>
                <a:spcPct val="0"/>
              </a:spcBef>
              <a:spcAft>
                <a:spcPct val="0"/>
              </a:spcAft>
              <a:defRPr/>
            </a:pPr>
            <a:fld id="{CBB6B13C-08B2-4F48-BEC8-EC2633766FDF}" type="datetime1">
              <a:rPr lang="en-US">
                <a:latin typeface="Calibri" panose="020F0502020204030204" pitchFamily="34" charset="0"/>
                <a:ea typeface="MS PGothic" panose="020B0600070205080204" pitchFamily="34" charset="-128"/>
              </a:rPr>
              <a:pPr fontAlgn="base">
                <a:spcBef>
                  <a:spcPct val="0"/>
                </a:spcBef>
                <a:spcAft>
                  <a:spcPct val="0"/>
                </a:spcAft>
                <a:defRPr/>
              </a:pPr>
              <a:t>9/15/2025</a:t>
            </a:fld>
            <a:endParaRPr lang="en-US">
              <a:latin typeface="Calibri" panose="020F0502020204030204" pitchFamily="34" charset="0"/>
              <a:ea typeface="MS PGothic" panose="020B0600070205080204" pitchFamily="34" charset="-128"/>
            </a:endParaRPr>
          </a:p>
        </p:txBody>
      </p:sp>
      <p:sp>
        <p:nvSpPr>
          <p:cNvPr id="4" name="Slide Number Placeholder 3"/>
          <p:cNvSpPr>
            <a:spLocks noGrp="1"/>
          </p:cNvSpPr>
          <p:nvPr>
            <p:ph type="sldNum" sz="quarter" idx="12"/>
          </p:nvPr>
        </p:nvSpPr>
        <p:spPr/>
        <p:txBody>
          <a:bodyPr/>
          <a:lstStyle/>
          <a:p>
            <a:pPr fontAlgn="base">
              <a:spcBef>
                <a:spcPct val="0"/>
              </a:spcBef>
              <a:spcAft>
                <a:spcPct val="0"/>
              </a:spcAft>
              <a:defRPr/>
            </a:pPr>
            <a:fld id="{B724CBE9-E6DE-4AAC-8453-7697DD7A6035}" type="slidenum">
              <a:rPr lang="en-US" altLang="en-US">
                <a:latin typeface="Calibri" panose="020F0502020204030204" pitchFamily="34" charset="0"/>
                <a:ea typeface="MS PGothic" panose="020B0600070205080204" pitchFamily="34" charset="-128"/>
              </a:rPr>
              <a:pPr fontAlgn="base">
                <a:spcBef>
                  <a:spcPct val="0"/>
                </a:spcBef>
                <a:spcAft>
                  <a:spcPct val="0"/>
                </a:spcAft>
                <a:defRPr/>
              </a:pPr>
              <a:t>8</a:t>
            </a:fld>
            <a:endParaRPr lang="en-US" altLang="en-US" dirty="0">
              <a:latin typeface="Calibri" panose="020F0502020204030204" pitchFamily="34" charset="0"/>
              <a:ea typeface="MS PGothic" panose="020B0600070205080204" pitchFamily="34" charset="-128"/>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1128</Words>
  <Application>Microsoft Office PowerPoint</Application>
  <PresentationFormat>Widescreen</PresentationFormat>
  <Paragraphs>103</Paragraphs>
  <Slides>8</Slides>
  <Notes>7</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8</vt:i4>
      </vt:variant>
    </vt:vector>
  </HeadingPairs>
  <TitlesOfParts>
    <vt:vector size="16" baseType="lpstr">
      <vt:lpstr>MS PGothic</vt:lpstr>
      <vt:lpstr>Aptos</vt:lpstr>
      <vt:lpstr>Aptos Display</vt:lpstr>
      <vt:lpstr>Arial</vt:lpstr>
      <vt:lpstr>Calibri</vt:lpstr>
      <vt:lpstr>Times New Roman</vt:lpstr>
      <vt:lpstr>Office Theme</vt:lpstr>
      <vt:lpstr>1_Office Theme</vt:lpstr>
      <vt:lpstr>FINAL YEAR PROJECT PRESENTATION &amp; DEMO </vt:lpstr>
      <vt:lpstr>OUTLINE OF  PRESENTATION</vt:lpstr>
      <vt:lpstr>Introduction</vt:lpstr>
      <vt:lpstr>Aims and Objectives</vt:lpstr>
      <vt:lpstr>Related Work</vt:lpstr>
      <vt:lpstr>Proposed Solution</vt:lpstr>
      <vt:lpstr>End Slide</vt:lpstr>
      <vt:lpstr>FINAL YEAR PROJECT PRESENTATION &amp; DEMO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Prempeh Sharon</dc:creator>
  <cp:lastModifiedBy>Prempeh Sharon</cp:lastModifiedBy>
  <cp:revision>1</cp:revision>
  <dcterms:created xsi:type="dcterms:W3CDTF">2025-09-15T15:38:40Z</dcterms:created>
  <dcterms:modified xsi:type="dcterms:W3CDTF">2025-09-15T15:40:01Z</dcterms:modified>
</cp:coreProperties>
</file>